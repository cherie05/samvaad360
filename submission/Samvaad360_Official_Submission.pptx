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99da9daaa64caa" /><Relationship Type="http://schemas.openxmlformats.org/officeDocument/2006/relationships/extended-properties" Target="/docProps/app.xml" Id="Rb9b6457c149d4907" /><Relationship Type="http://schemas.openxmlformats.org/officeDocument/2006/relationships/officeDocument" Target="/ppt/presentation.xml" Id="R4e706a44ec864d9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2f4797a4495f4d83"/>
  </p:sldMasterIdLst>
  <p:notesMasterIdLst>
    <p:notesMasterId xmlns:r="http://schemas.openxmlformats.org/officeDocument/2006/relationships" r:id="R61e9fa2ea872473b"/>
  </p:notesMasterIdLst>
  <p:sldIdLst>
    <p:sldId xmlns:r="http://schemas.openxmlformats.org/officeDocument/2006/relationships" id="256" r:id="R35a493eb9c3e458a"/>
    <p:sldId xmlns:r="http://schemas.openxmlformats.org/officeDocument/2006/relationships" id="257" r:id="Re2efeb244862443d"/>
    <p:sldId xmlns:r="http://schemas.openxmlformats.org/officeDocument/2006/relationships" id="258" r:id="R7030a76f65894e7f"/>
    <p:sldId xmlns:r="http://schemas.openxmlformats.org/officeDocument/2006/relationships" id="259" r:id="Rd19a785758a44cdb"/>
    <p:sldId xmlns:r="http://schemas.openxmlformats.org/officeDocument/2006/relationships" id="260" r:id="R71e913d6d8174225"/>
    <p:sldId xmlns:r="http://schemas.openxmlformats.org/officeDocument/2006/relationships" id="261" r:id="R121c49c34f7a4ec8"/>
  </p:sldIdLst>
  <p:sldSz cx="9144000" cy="5143500"/>
  <p:notesSz cx="6858000" cy="9144000"/>
  <p:embeddedFontLst>
    <p:embeddedFont>
      <p:font typeface="Manrope SemiBold"/>
      <p:regular xmlns:r="http://schemas.openxmlformats.org/officeDocument/2006/relationships" r:id="Rfcbf6e1a25184536"/>
      <p:bold xmlns:r="http://schemas.openxmlformats.org/officeDocument/2006/relationships" r:id="R0e7bba16b6ef46eb"/>
    </p:embeddedFont>
    <p:embeddedFont>
      <p:font typeface="Manrope"/>
      <p:regular xmlns:r="http://schemas.openxmlformats.org/officeDocument/2006/relationships" r:id="R2f9155583dae4a8d"/>
      <p:bold xmlns:r="http://schemas.openxmlformats.org/officeDocument/2006/relationships" r:id="Rc315cdad23a7494f"/>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444e723af4394b05" /><Relationship Type="http://schemas.openxmlformats.org/officeDocument/2006/relationships/slideMaster" Target="/ppt/slideMasters/slideMaster1.xml" Id="R2f4797a4495f4d83" /><Relationship Type="http://schemas.openxmlformats.org/officeDocument/2006/relationships/notesMaster" Target="/ppt/notesMasters/notesMaster1.xml" Id="R61e9fa2ea872473b" /><Relationship Type="http://schemas.openxmlformats.org/officeDocument/2006/relationships/presProps" Target="/ppt/presProps.xml" Id="R9494acf90069459f" /><Relationship Type="http://schemas.openxmlformats.org/officeDocument/2006/relationships/viewProps" Target="/ppt/viewProps.xml" Id="Rf4451b5ac31d4642" /><Relationship Type="http://schemas.openxmlformats.org/officeDocument/2006/relationships/tableStyles" Target="/ppt/tableStyles.xml" Id="R7eb8d74eb8ee4000" /><Relationship Type="http://schemas.openxmlformats.org/officeDocument/2006/relationships/font" Target="/ppt/fonts/font.dat" Id="Rfcbf6e1a25184536" /><Relationship Type="http://schemas.openxmlformats.org/officeDocument/2006/relationships/font" Target="/ppt/fonts/font2.dat" Id="R0e7bba16b6ef46eb" /><Relationship Type="http://schemas.openxmlformats.org/officeDocument/2006/relationships/font" Target="/ppt/fonts/font3.dat" Id="R2f9155583dae4a8d" /><Relationship Type="http://schemas.openxmlformats.org/officeDocument/2006/relationships/font" Target="/ppt/fonts/font4.dat" Id="Rc315cdad23a7494f" /><Relationship Type="http://schemas.openxmlformats.org/officeDocument/2006/relationships/slide" Target="/ppt/slides/slide1.xml" Id="R35a493eb9c3e458a" /><Relationship Type="http://schemas.openxmlformats.org/officeDocument/2006/relationships/slide" Target="/ppt/slides/slide2.xml" Id="Re2efeb244862443d" /><Relationship Type="http://schemas.openxmlformats.org/officeDocument/2006/relationships/slide" Target="/ppt/slides/slide3.xml" Id="R7030a76f65894e7f" /><Relationship Type="http://schemas.openxmlformats.org/officeDocument/2006/relationships/slide" Target="/ppt/slides/slide4.xml" Id="Rd19a785758a44cdb" /><Relationship Type="http://schemas.openxmlformats.org/officeDocument/2006/relationships/slide" Target="/ppt/slides/slide5.xml" Id="R71e913d6d8174225" /><Relationship Type="http://schemas.openxmlformats.org/officeDocument/2006/relationships/slide" Target="/ppt/slides/slide6.xml" Id="R121c49c34f7a4ec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3b5c4b0a3c44e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52b35dd36c84324" /><Relationship Type="http://schemas.openxmlformats.org/officeDocument/2006/relationships/notesMaster" Target="/ppt/notesMasters/notesMaster1.xml" Id="R405baf1ed76a40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88b1c7c918c4f97" /><Relationship Type="http://schemas.openxmlformats.org/officeDocument/2006/relationships/notesMaster" Target="/ppt/notesMasters/notesMaster1.xml" Id="R61a7993eaa1347a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cc4223335f14f33" /><Relationship Type="http://schemas.openxmlformats.org/officeDocument/2006/relationships/notesMaster" Target="/ppt/notesMasters/notesMaster1.xml" Id="Rfd38dedb818740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38f9867bd0471e" /><Relationship Type="http://schemas.openxmlformats.org/officeDocument/2006/relationships/notesMaster" Target="/ppt/notesMasters/notesMaster1.xml" Id="R18cc4d39e7aa4b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fa84cf40b784b1b" /><Relationship Type="http://schemas.openxmlformats.org/officeDocument/2006/relationships/notesMaster" Target="/ppt/notesMasters/notesMaster1.xml" Id="R3e95c0fedcd74a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097c64bb57bf4b66" /><Relationship Type="http://schemas.openxmlformats.org/officeDocument/2006/relationships/notesMaster" Target="/ppt/notesMasters/notesMaster1.xml" Id="Rfd8590a94f0441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[Sources]</a:t>
            </a:r>
            <a:endParaRPr/>
          </a:p>
          <a:p xmlns:a="http://schemas.openxmlformats.org/drawingml/2006/main">
            <a:pPr marL="0" lvl="0" indent="0" algn="l">
              <a:lnSpc>
                <a:spcPct val="100000"/>
              </a:lnSpc>
              <a:spcBef>
                <a:spcPts val="0"/>
              </a:spcBef>
              <a:spcAft>
                <a:spcPts val="0"/>
              </a:spcAft>
              <a:buSzPts val="1100"/>
              <a:buNone/>
            </a:pPr>
            <a:r>
              <a:t>Team name Glacier Queries and leader Arunvpp supplied by the participant. Team size 1 confirmed separately. Track matches the participant portal.</a:t>
            </a:r>
            <a:endParaRPr/>
          </a:p>
          <a:p xmlns:a="http://schemas.openxmlformats.org/drawingml/2006/main">
            <a:pPr marL="0" lvl="0" indent="0" algn="l">
              <a:lnSpc>
                <a:spcPct val="100000"/>
              </a:lnSpc>
              <a:spcBef>
                <a:spcPts val="0"/>
              </a:spcBef>
              <a:spcAft>
                <a:spcPts val="0"/>
              </a:spcAft>
              <a:buSzPts val="1100"/>
              <a:buNone/>
            </a:pPr>
            <a:r>
              <a:t>Participant-provided Prototype Submission Template _ CoCo CLI Hackathon GCC Edition.pptx; organizer branding retained.</a:t>
            </a:r>
            <a:endParaRPr/>
          </a:p>
          <a:p xmlns:a="http://schemas.openxmlformats.org/drawingml/2006/main">
            <a:pPr marL="0" lvl="0" indent="0" algn="l">
              <a:lnSpc>
                <a:spcPct val="100000"/>
              </a:lnSpc>
              <a:spcBef>
                <a:spcPts val="0"/>
              </a:spcBef>
              <a:spcAft>
                <a:spcPts val="0"/>
              </a:spcAft>
              <a:buSzPts val="1100"/>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[Sources]</a:t>
            </a:r>
            <a:endParaRPr/>
          </a:p>
          <a:p xmlns:a="http://schemas.openxmlformats.org/drawingml/2006/main">
            <a:pPr marL="0" lvl="0" indent="0" algn="l">
              <a:lnSpc>
                <a:spcPct val="100000"/>
              </a:lnSpc>
              <a:spcBef>
                <a:spcPts val="0"/>
              </a:spcBef>
              <a:spcAft>
                <a:spcPts val="0"/>
              </a:spcAft>
              <a:buSzPts val="1100"/>
              <a:buNone/>
            </a:pPr>
            <a:r>
              <a:t>The implemented scope is lending customer context and policy-aware recommendations. All demonstrated people and records are fictional. No measured churn/ROI improvement or market exclusivity claimed.</a:t>
            </a:r>
            <a:endParaRPr/>
          </a:p>
          <a:p xmlns:a="http://schemas.openxmlformats.org/drawingml/2006/main">
            <a:pPr marL="0" lvl="0" indent="0" algn="l">
              <a:lnSpc>
                <a:spcPct val="100000"/>
              </a:lnSpc>
              <a:spcBef>
                <a:spcPts val="0"/>
              </a:spcBef>
              <a:spcAft>
                <a:spcPts val="0"/>
              </a:spcAft>
              <a:buSzPts val="1100"/>
              <a:buNone/>
            </a:pPr>
            <a:r>
              <a:t>Participant-provided Prototype Submission Template _ CoCo CLI Hackathon GCC Edition.pptx; organizer branding retained.</a:t>
            </a:r>
            <a:endParaRPr/>
          </a:p>
          <a:p xmlns:a="http://schemas.openxmlformats.org/drawingml/2006/main">
            <a:pPr marL="0" lvl="0" indent="0" algn="l">
              <a:lnSpc>
                <a:spcPct val="100000"/>
              </a:lnSpc>
              <a:spcBef>
                <a:spcPts val="0"/>
              </a:spcBef>
              <a:spcAft>
                <a:spcPts val="0"/>
              </a:spcAft>
              <a:buSzPts val="1100"/>
              <a:buNone/>
            </a:pPr>
            <a:r>
              <a:t>https://github.com/Cherie05/samvaad360/blob/main/samvaad/engine.py</a:t>
            </a:r>
            <a:endParaRPr/>
          </a:p>
          <a:p xmlns:a="http://schemas.openxmlformats.org/drawingml/2006/main">
            <a:pPr marL="0" lvl="0" indent="0" algn="l">
              <a:lnSpc>
                <a:spcPct val="100000"/>
              </a:lnSpc>
              <a:spcBef>
                <a:spcPts val="0"/>
              </a:spcBef>
              <a:spcAft>
                <a:spcPts val="0"/>
              </a:spcAft>
              <a:buSzPts val="1100"/>
              <a:buNone/>
            </a:pPr>
            <a:r>
              <a:t>https://samvaad360.streamlit.app/</a:t>
            </a:r>
            <a:endParaRPr/>
          </a:p>
          <a:p xmlns:a="http://schemas.openxmlformats.org/drawingml/2006/main">
            <a:pPr marL="0" lvl="0" indent="0" algn="l">
              <a:lnSpc>
                <a:spcPct val="100000"/>
              </a:lnSpc>
              <a:spcBef>
                <a:spcPts val="0"/>
              </a:spcBef>
              <a:spcAft>
                <a:spcPts val="0"/>
              </a:spcAft>
              <a:buSzPts val="1100"/>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[Sources]</a:t>
            </a:r>
            <a:endParaRPr/>
          </a:p>
          <a:p xmlns:a="http://schemas.openxmlformats.org/drawingml/2006/main">
            <a:pPr marL="0" lvl="0" indent="0" algn="l">
              <a:lnSpc>
                <a:spcPct val="100000"/>
              </a:lnSpc>
              <a:spcBef>
                <a:spcPts val="0"/>
              </a:spcBef>
              <a:spcAft>
                <a:spcPts val="0"/>
              </a:spcAft>
              <a:buSzPts val="1100"/>
              <a:buNone/>
            </a:pPr>
            <a:r>
              <a:t>Public frontend is Python Streamlit. The dedicated Snowflake reader issues fixed read-only synthetic snapshot queries. Private FastAPI/SQLite flows persist locally; private Snowflake writer/outbox activation remains unconfigured. CoCo definitions are samvaad-evidence, samvaad-generate and samvaad-approved-runner; native full-workflow proof remains pending.</a:t>
            </a:r>
            <a:endParaRPr/>
          </a:p>
          <a:p xmlns:a="http://schemas.openxmlformats.org/drawingml/2006/main">
            <a:pPr marL="0" lvl="0" indent="0" algn="l">
              <a:lnSpc>
                <a:spcPct val="100000"/>
              </a:lnSpc>
              <a:spcBef>
                <a:spcPts val="0"/>
              </a:spcBef>
              <a:spcAft>
                <a:spcPts val="0"/>
              </a:spcAft>
              <a:buSzPts val="1100"/>
              <a:buNone/>
            </a:pPr>
            <a:r>
              <a:t>Participant-provided Prototype Submission Template _ CoCo CLI Hackathon GCC Edition.pptx; organizer branding retained.</a:t>
            </a:r>
            <a:endParaRPr/>
          </a:p>
          <a:p xmlns:a="http://schemas.openxmlformats.org/drawingml/2006/main">
            <a:pPr marL="0" lvl="0" indent="0" algn="l">
              <a:lnSpc>
                <a:spcPct val="100000"/>
              </a:lnSpc>
              <a:spcBef>
                <a:spcPts val="0"/>
              </a:spcBef>
              <a:spcAft>
                <a:spcPts val="0"/>
              </a:spcAft>
              <a:buSzPts val="1100"/>
              <a:buNone/>
            </a:pPr>
            <a:r>
              <a:t>https://github.com/Cherie05/samvaad360/blob/main/public_app/repository.py</a:t>
            </a:r>
            <a:endParaRPr/>
          </a:p>
          <a:p xmlns:a="http://schemas.openxmlformats.org/drawingml/2006/main">
            <a:pPr marL="0" lvl="0" indent="0" algn="l">
              <a:lnSpc>
                <a:spcPct val="100000"/>
              </a:lnSpc>
              <a:spcBef>
                <a:spcPts val="0"/>
              </a:spcBef>
              <a:spcAft>
                <a:spcPts val="0"/>
              </a:spcAft>
              <a:buSzPts val="1100"/>
              <a:buNone/>
            </a:pPr>
            <a:r>
              <a:t>https://github.com/Cherie05/samvaad360/blob/main/.cortex/skills/samvaad-evidence/SKILL.md</a:t>
            </a:r>
            <a:endParaRPr/>
          </a:p>
          <a:p xmlns:a="http://schemas.openxmlformats.org/drawingml/2006/main">
            <a:pPr marL="0" lvl="0" indent="0" algn="l">
              <a:lnSpc>
                <a:spcPct val="100000"/>
              </a:lnSpc>
              <a:spcBef>
                <a:spcPts val="0"/>
              </a:spcBef>
              <a:spcAft>
                <a:spcPts val="0"/>
              </a:spcAft>
              <a:buSzPts val="1100"/>
              <a:buNone/>
            </a:pPr>
            <a:r>
              <a:t>https://github.com/Cherie05/samvaad360/blob/main/.cortex/skills/samvaad-generate/SKILL.md</a:t>
            </a:r>
            <a:endParaRPr/>
          </a:p>
          <a:p xmlns:a="http://schemas.openxmlformats.org/drawingml/2006/main">
            <a:pPr marL="0" lvl="0" indent="0" algn="l">
              <a:lnSpc>
                <a:spcPct val="100000"/>
              </a:lnSpc>
              <a:spcBef>
                <a:spcPts val="0"/>
              </a:spcBef>
              <a:spcAft>
                <a:spcPts val="0"/>
              </a:spcAft>
              <a:buSzPts val="1100"/>
              <a:buNone/>
            </a:pPr>
            <a:r>
              <a:t>https://github.com/Cherie05/samvaad360/blob/main/.cortex/skills/samvaad-approved-runner/SKILL.md</a:t>
            </a:r>
            <a:endParaRPr/>
          </a:p>
          <a:p xmlns:a="http://schemas.openxmlformats.org/drawingml/2006/main">
            <a:pPr marL="0" lvl="0" indent="0" algn="l">
              <a:lnSpc>
                <a:spcPct val="100000"/>
              </a:lnSpc>
              <a:spcBef>
                <a:spcPts val="0"/>
              </a:spcBef>
              <a:spcAft>
                <a:spcPts val="0"/>
              </a:spcAft>
              <a:buSzPts val="1100"/>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[Sources]</a:t>
            </a:r>
            <a:endParaRPr/>
          </a:p>
          <a:p xmlns:a="http://schemas.openxmlformats.org/drawingml/2006/main">
            <a:pPr marL="0" lvl="0" indent="0" algn="l">
              <a:lnSpc>
                <a:spcPct val="100000"/>
              </a:lnSpc>
              <a:spcBef>
                <a:spcPts val="0"/>
              </a:spcBef>
              <a:spcAft>
                <a:spcPts val="0"/>
              </a:spcAft>
              <a:buSzPts val="1100"/>
              <a:buNone/>
            </a:pPr>
            <a:r>
              <a:t>557 tests passed in GitHub run 37490270245. Hosted browser report: 20 checks at 2026-10-06T15:47:55.069776Z. Private local browser: 6 checks at 2026-10-06T14:51:38.877300Z. These are functional prototype checks, not production certification. Shared budgets are application controls, not an account-wide credit cap or proof of Community Cloud per-IP enforcement. No real telephone call or loan change was performed.</a:t>
            </a:r>
            <a:endParaRPr/>
          </a:p>
          <a:p xmlns:a="http://schemas.openxmlformats.org/drawingml/2006/main">
            <a:pPr marL="0" lvl="0" indent="0" algn="l">
              <a:lnSpc>
                <a:spcPct val="100000"/>
              </a:lnSpc>
              <a:spcBef>
                <a:spcPts val="0"/>
              </a:spcBef>
              <a:spcAft>
                <a:spcPts val="0"/>
              </a:spcAft>
              <a:buSzPts val="1100"/>
              <a:buNone/>
            </a:pPr>
            <a:r>
              <a:t>Participant-provided Prototype Submission Template _ CoCo CLI Hackathon GCC Edition.pptx; organizer branding retained.</a:t>
            </a:r>
            <a:endParaRPr/>
          </a:p>
          <a:p xmlns:a="http://schemas.openxmlformats.org/drawingml/2006/main">
            <a:pPr marL="0" lvl="0" indent="0" algn="l">
              <a:lnSpc>
                <a:spcPct val="100000"/>
              </a:lnSpc>
              <a:spcBef>
                <a:spcPts val="0"/>
              </a:spcBef>
              <a:spcAft>
                <a:spcPts val="0"/>
              </a:spcAft>
              <a:buSzPts val="1100"/>
              <a:buNone/>
            </a:pPr>
            <a:r>
              <a:t>https://github.com/Cherie05/samvaad360/actions/runs/37490270245</a:t>
            </a:r>
            <a:endParaRPr/>
          </a:p>
          <a:p xmlns:a="http://schemas.openxmlformats.org/drawingml/2006/main">
            <a:pPr marL="0" lvl="0" indent="0" algn="l">
              <a:lnSpc>
                <a:spcPct val="100000"/>
              </a:lnSpc>
              <a:spcBef>
                <a:spcPts val="0"/>
              </a:spcBef>
              <a:spcAft>
                <a:spcPts val="0"/>
              </a:spcAft>
              <a:buSzPts val="1100"/>
              <a:buNone/>
            </a:pPr>
            <a:r>
              <a:t>https://github.com/Cherie05/samvaad360/blob/main/docs/production-readiness.md</a:t>
            </a:r>
            <a:endParaRPr/>
          </a:p>
          <a:p xmlns:a="http://schemas.openxmlformats.org/drawingml/2006/main">
            <a:pPr marL="0" lvl="0" indent="0" algn="l">
              <a:lnSpc>
                <a:spcPct val="100000"/>
              </a:lnSpc>
              <a:spcBef>
                <a:spcPts val="0"/>
              </a:spcBef>
              <a:spcAft>
                <a:spcPts val="0"/>
              </a:spcAft>
              <a:buSzPts val="1100"/>
              <a:buNone/>
            </a:pPr>
            <a:r>
              <a:t>Local evidence: output/cloud/public-browser/hosted/result.json; output/cloud/relationship-browser/result.json</a:t>
            </a:r>
            <a:endParaRPr/>
          </a:p>
          <a:p xmlns:a="http://schemas.openxmlformats.org/drawingml/2006/main">
            <a:pPr marL="0" lvl="0" indent="0" algn="l">
              <a:lnSpc>
                <a:spcPct val="100000"/>
              </a:lnSpc>
              <a:spcBef>
                <a:spcPts val="0"/>
              </a:spcBef>
              <a:spcAft>
                <a:spcPts val="0"/>
              </a:spcAft>
              <a:buSzPts val="1100"/>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[Sources]</a:t>
            </a:r>
            <a:endParaRPr/>
          </a:p>
          <a:p xmlns:a="http://schemas.openxmlformats.org/drawingml/2006/main">
            <a:pPr marL="0" lvl="0" indent="0" algn="l">
              <a:lnSpc>
                <a:spcPct val="100000"/>
              </a:lnSpc>
              <a:spcBef>
                <a:spcPts val="0"/>
              </a:spcBef>
              <a:spcAft>
                <a:spcPts val="0"/>
              </a:spcAft>
              <a:buSzPts val="1100"/>
              <a:buNone/>
            </a:pPr>
            <a:r>
              <a:t>Links point to the public deployed prototype and source. The product walkthrough is published at the release but currently lacks the required verified actual CoCo CLI segment. Participant portal receipt is pending.</a:t>
            </a:r>
            <a:endParaRPr/>
          </a:p>
          <a:p xmlns:a="http://schemas.openxmlformats.org/drawingml/2006/main">
            <a:pPr marL="0" lvl="0" indent="0" algn="l">
              <a:lnSpc>
                <a:spcPct val="100000"/>
              </a:lnSpc>
              <a:spcBef>
                <a:spcPts val="0"/>
              </a:spcBef>
              <a:spcAft>
                <a:spcPts val="0"/>
              </a:spcAft>
              <a:buSzPts val="1100"/>
              <a:buNone/>
            </a:pPr>
            <a:r>
              <a:t>Participant-provided Prototype Submission Template _ CoCo CLI Hackathon GCC Edition.pptx; organizer branding retained.</a:t>
            </a:r>
            <a:endParaRPr/>
          </a:p>
          <a:p xmlns:a="http://schemas.openxmlformats.org/drawingml/2006/main">
            <a:pPr marL="0" lvl="0" indent="0" algn="l">
              <a:lnSpc>
                <a:spcPct val="100000"/>
              </a:lnSpc>
              <a:spcBef>
                <a:spcPts val="0"/>
              </a:spcBef>
              <a:spcAft>
                <a:spcPts val="0"/>
              </a:spcAft>
              <a:buSzPts val="1100"/>
              <a:buNone/>
            </a:pPr>
            <a:r>
              <a:t>https://samvaad360.streamlit.app/</a:t>
            </a:r>
            <a:endParaRPr/>
          </a:p>
          <a:p xmlns:a="http://schemas.openxmlformats.org/drawingml/2006/main">
            <a:pPr marL="0" lvl="0" indent="0" algn="l">
              <a:lnSpc>
                <a:spcPct val="100000"/>
              </a:lnSpc>
              <a:spcBef>
                <a:spcPts val="0"/>
              </a:spcBef>
              <a:spcAft>
                <a:spcPts val="0"/>
              </a:spcAft>
              <a:buSzPts val="1100"/>
              <a:buNone/>
            </a:pPr>
            <a:r>
              <a:t>https://github.com/Cherie05/samvaad360</a:t>
            </a:r>
            <a:endParaRPr/>
          </a:p>
          <a:p xmlns:a="http://schemas.openxmlformats.org/drawingml/2006/main">
            <a:pPr marL="0" lvl="0" indent="0" algn="l">
              <a:lnSpc>
                <a:spcPct val="100000"/>
              </a:lnSpc>
              <a:spcBef>
                <a:spcPts val="0"/>
              </a:spcBef>
              <a:spcAft>
                <a:spcPts val="0"/>
              </a:spcAft>
              <a:buSzPts val="1100"/>
              <a:buNone/>
            </a:pPr>
            <a:r>
              <a:t>https://github.com/Cherie05/samvaad360/releases/tag/hackathon-submission-2026</a:t>
            </a:r>
            <a:endParaRPr/>
          </a:p>
          <a:p xmlns:a="http://schemas.openxmlformats.org/drawingml/2006/main">
            <a:pPr marL="0" lvl="0" indent="0" algn="l">
              <a:lnSpc>
                <a:spcPct val="100000"/>
              </a:lnSpc>
              <a:spcBef>
                <a:spcPts val="0"/>
              </a:spcBef>
              <a:spcAft>
                <a:spcPts val="0"/>
              </a:spcAft>
              <a:buSzPts val="1100"/>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[Sources]</a:t>
            </a:r>
            <a:endParaRPr/>
          </a:p>
          <a:p xmlns:a="http://schemas.openxmlformats.org/drawingml/2006/main">
            <a:pPr marL="0" lvl="0" indent="0" algn="l">
              <a:lnSpc>
                <a:spcPct val="100000"/>
              </a:lnSpc>
              <a:spcBef>
                <a:spcPts val="0"/>
              </a:spcBef>
              <a:spcAft>
                <a:spcPts val="0"/>
              </a:spcAft>
              <a:buSzPts val="1100"/>
              <a:buNone/>
            </a:pPr>
            <a:r>
              <a:t>Original closing artwork preserved without edits.</a:t>
            </a:r>
            <a:endParaRPr/>
          </a:p>
          <a:p xmlns:a="http://schemas.openxmlformats.org/drawingml/2006/main">
            <a:pPr marL="0" lvl="0" indent="0" algn="l">
              <a:lnSpc>
                <a:spcPct val="100000"/>
              </a:lnSpc>
              <a:spcBef>
                <a:spcPts val="0"/>
              </a:spcBef>
              <a:spcAft>
                <a:spcPts val="0"/>
              </a:spcAft>
              <a:buSzPts val="1100"/>
              <a:buNone/>
            </a:pPr>
            <a:r>
              <a:t>Participant-provided Prototype Submission Template _ CoCo CLI Hackathon GCC Edition.pptx; organizer branding retained.</a:t>
            </a:r>
            <a:endParaRPr/>
          </a:p>
          <a:p xmlns:a="http://schemas.openxmlformats.org/drawingml/2006/main">
            <a:pPr marL="0" lvl="0" indent="0" algn="l">
              <a:lnSpc>
                <a:spcPct val="100000"/>
              </a:lnSpc>
              <a:spcBef>
                <a:spcPts val="0"/>
              </a:spcBef>
              <a:spcAft>
                <a:spcPts val="0"/>
              </a:spcAft>
              <a:buSzPts val="1100"/>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54c368ef5a436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719945ab28d4e8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e0f9f4b1aeb405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fe29bf9904647d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4cf6f87856f4f5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89318f1b75447b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377e307e244488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2ae45c89e694a8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64647e486cd41e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52341acbde842a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6fe5c4d63224668"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CC8423D5-0ADF-499B-A728-CC8ABC4E168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2" name="Google Shape;12;p3">
            <a:extLst xmlns:a="http://schemas.openxmlformats.org/drawingml/2006/main">
              <a:ext uri="{FF2B5EF4-FFF2-40B4-BE49-F238E27FC236}">
                <a16:creationId xmlns:a16="http://schemas.microsoft.com/office/drawing/2014/main" id="{A68EFA93-EDF7-4929-81EF-8320F3FE5CDA}"/>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SzPts val="5200"/>
              <a:buNone/>
              <a:defRPr sz="5200"/>
            </a:lvl1pPr>
            <a:lvl2pPr algn="ctr">
              <a:lnSpc>
                <a:spcPct val="100000"/>
              </a:lnSpc>
              <a:spcBef>
                <a:spcPts val="0"/>
              </a:spcBef>
              <a:spcAft>
                <a:spcPts val="0"/>
              </a:spcAft>
              <a:buSzPts val="5200"/>
              <a:buNone/>
              <a:defRPr sz="5200"/>
            </a:lvl2pPr>
            <a:lvl3pPr algn="ctr">
              <a:lnSpc>
                <a:spcPct val="100000"/>
              </a:lnSpc>
              <a:spcBef>
                <a:spcPts val="0"/>
              </a:spcBef>
              <a:spcAft>
                <a:spcPts val="0"/>
              </a:spcAft>
              <a:buSzPts val="5200"/>
              <a:buNone/>
              <a:defRPr sz="5200"/>
            </a:lvl3pPr>
            <a:lvl4pPr algn="ctr">
              <a:lnSpc>
                <a:spcPct val="100000"/>
              </a:lnSpc>
              <a:spcBef>
                <a:spcPts val="0"/>
              </a:spcBef>
              <a:spcAft>
                <a:spcPts val="0"/>
              </a:spcAft>
              <a:buSzPts val="5200"/>
              <a:buNone/>
              <a:defRPr sz="5200"/>
            </a:lvl4pPr>
            <a:lvl5pPr algn="ctr">
              <a:lnSpc>
                <a:spcPct val="100000"/>
              </a:lnSpc>
              <a:spcBef>
                <a:spcPts val="0"/>
              </a:spcBef>
              <a:spcAft>
                <a:spcPts val="0"/>
              </a:spcAft>
              <a:buSzPts val="5200"/>
              <a:buNone/>
              <a:defRPr sz="5200"/>
            </a:lvl5pPr>
            <a:lvl6pPr algn="ctr">
              <a:lnSpc>
                <a:spcPct val="100000"/>
              </a:lnSpc>
              <a:spcBef>
                <a:spcPts val="0"/>
              </a:spcBef>
              <a:spcAft>
                <a:spcPts val="0"/>
              </a:spcAft>
              <a:buSzPts val="5200"/>
              <a:buNone/>
              <a:defRPr sz="5200"/>
            </a:lvl6pPr>
            <a:lvl7pPr algn="ctr">
              <a:lnSpc>
                <a:spcPct val="100000"/>
              </a:lnSpc>
              <a:spcBef>
                <a:spcPts val="0"/>
              </a:spcBef>
              <a:spcAft>
                <a:spcPts val="0"/>
              </a:spcAft>
              <a:buSzPts val="5200"/>
              <a:buNone/>
              <a:defRPr sz="5200"/>
            </a:lvl7pPr>
            <a:lvl8pPr algn="ctr">
              <a:lnSpc>
                <a:spcPct val="100000"/>
              </a:lnSpc>
              <a:spcBef>
                <a:spcPts val="0"/>
              </a:spcBef>
              <a:spcAft>
                <a:spcPts val="0"/>
              </a:spcAft>
              <a:buSzPts val="5200"/>
              <a:buNone/>
              <a:defRPr sz="5200"/>
            </a:lvl8pPr>
            <a:lvl9pPr algn="ctr">
              <a:lnSpc>
                <a:spcPct val="100000"/>
              </a:lnSpc>
              <a:spcBef>
                <a:spcPts val="0"/>
              </a:spcBef>
              <a:spcAft>
                <a:spcPts val="0"/>
              </a:spcAft>
              <a:buSzPts val="5200"/>
              <a:buNone/>
              <a:defRPr sz="5200"/>
            </a:lvl9pPr>
          </a:lstStyle>
          <a:p xmlns:a="http://schemas.openxmlformats.org/drawingml/2006/main"/>
        </p:txBody>
      </p:sp>
      <p:sp>
        <p:nvSpPr>
          <p:cNvPr id="13" name="Google Shape;13;p3">
            <a:extLst xmlns:a="http://schemas.openxmlformats.org/drawingml/2006/main">
              <a:ext uri="{FF2B5EF4-FFF2-40B4-BE49-F238E27FC236}">
                <a16:creationId xmlns:a16="http://schemas.microsoft.com/office/drawing/2014/main" id="{31DDEDC1-7F9E-4A3B-928D-EC57CA173584}"/>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4" name="Google Shape;14;p3">
            <a:extLst xmlns:a="http://schemas.openxmlformats.org/drawingml/2006/main">
              <a:ext uri="{FF2B5EF4-FFF2-40B4-BE49-F238E27FC236}">
                <a16:creationId xmlns:a16="http://schemas.microsoft.com/office/drawing/2014/main" id="{53FCDFC4-A250-4C17-8CDA-9A4CDA7BC0B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6" name="Google Shape;16;p4">
            <a:extLst xmlns:a="http://schemas.openxmlformats.org/drawingml/2006/main">
              <a:ext uri="{FF2B5EF4-FFF2-40B4-BE49-F238E27FC236}">
                <a16:creationId xmlns:a16="http://schemas.microsoft.com/office/drawing/2014/main" id="{21891040-2AC7-44A0-B5A4-B18D71F15538}"/>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SzPts val="3600"/>
              <a:buNone/>
              <a:defRPr sz="3600"/>
            </a:lvl1pPr>
            <a:lvl2pPr algn="ctr">
              <a:lnSpc>
                <a:spcPct val="100000"/>
              </a:lnSpc>
              <a:spcBef>
                <a:spcPts val="0"/>
              </a:spcBef>
              <a:spcAft>
                <a:spcPts val="0"/>
              </a:spcAft>
              <a:buSzPts val="3600"/>
              <a:buNone/>
              <a:defRPr sz="3600"/>
            </a:lvl2pPr>
            <a:lvl3pPr algn="ctr">
              <a:lnSpc>
                <a:spcPct val="100000"/>
              </a:lnSpc>
              <a:spcBef>
                <a:spcPts val="0"/>
              </a:spcBef>
              <a:spcAft>
                <a:spcPts val="0"/>
              </a:spcAft>
              <a:buSzPts val="3600"/>
              <a:buNone/>
              <a:defRPr sz="3600"/>
            </a:lvl3pPr>
            <a:lvl4pPr algn="ctr">
              <a:lnSpc>
                <a:spcPct val="100000"/>
              </a:lnSpc>
              <a:spcBef>
                <a:spcPts val="0"/>
              </a:spcBef>
              <a:spcAft>
                <a:spcPts val="0"/>
              </a:spcAft>
              <a:buSzPts val="3600"/>
              <a:buNone/>
              <a:defRPr sz="3600"/>
            </a:lvl4pPr>
            <a:lvl5pPr algn="ctr">
              <a:lnSpc>
                <a:spcPct val="100000"/>
              </a:lnSpc>
              <a:spcBef>
                <a:spcPts val="0"/>
              </a:spcBef>
              <a:spcAft>
                <a:spcPts val="0"/>
              </a:spcAft>
              <a:buSzPts val="3600"/>
              <a:buNone/>
              <a:defRPr sz="3600"/>
            </a:lvl5pPr>
            <a:lvl6pPr algn="ctr">
              <a:lnSpc>
                <a:spcPct val="100000"/>
              </a:lnSpc>
              <a:spcBef>
                <a:spcPts val="0"/>
              </a:spcBef>
              <a:spcAft>
                <a:spcPts val="0"/>
              </a:spcAft>
              <a:buSzPts val="3600"/>
              <a:buNone/>
              <a:defRPr sz="3600"/>
            </a:lvl6pPr>
            <a:lvl7pPr algn="ctr">
              <a:lnSpc>
                <a:spcPct val="100000"/>
              </a:lnSpc>
              <a:spcBef>
                <a:spcPts val="0"/>
              </a:spcBef>
              <a:spcAft>
                <a:spcPts val="0"/>
              </a:spcAft>
              <a:buSzPts val="3600"/>
              <a:buNone/>
              <a:defRPr sz="3600"/>
            </a:lvl7pPr>
            <a:lvl8pPr algn="ctr">
              <a:lnSpc>
                <a:spcPct val="100000"/>
              </a:lnSpc>
              <a:spcBef>
                <a:spcPts val="0"/>
              </a:spcBef>
              <a:spcAft>
                <a:spcPts val="0"/>
              </a:spcAft>
              <a:buSzPts val="3600"/>
              <a:buNone/>
              <a:defRPr sz="3600"/>
            </a:lvl8pPr>
            <a:lvl9pPr algn="ctr">
              <a:lnSpc>
                <a:spcPct val="100000"/>
              </a:lnSpc>
              <a:spcBef>
                <a:spcPts val="0"/>
              </a:spcBef>
              <a:spcAft>
                <a:spcPts val="0"/>
              </a:spcAft>
              <a:buSzPts val="3600"/>
              <a:buNone/>
              <a:defRPr sz="3600"/>
            </a:lvl9pPr>
          </a:lstStyle>
          <a:p xmlns:a="http://schemas.openxmlformats.org/drawingml/2006/main"/>
        </p:txBody>
      </p:sp>
      <p:sp>
        <p:nvSpPr>
          <p:cNvPr id="17" name="Google Shape;17;p4">
            <a:extLst xmlns:a="http://schemas.openxmlformats.org/drawingml/2006/main">
              <a:ext uri="{FF2B5EF4-FFF2-40B4-BE49-F238E27FC236}">
                <a16:creationId xmlns:a16="http://schemas.microsoft.com/office/drawing/2014/main" id="{9F2D0479-5E79-49BD-9BD1-4198E436C596}"/>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9" name="Google Shape;19;p5">
            <a:extLst xmlns:a="http://schemas.openxmlformats.org/drawingml/2006/main">
              <a:ext uri="{FF2B5EF4-FFF2-40B4-BE49-F238E27FC236}">
                <a16:creationId xmlns:a16="http://schemas.microsoft.com/office/drawing/2014/main" id="{F0928746-9E44-4AC2-B20E-FBB679FDBB18}"/>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20" name="Google Shape;20;p5">
            <a:extLst xmlns:a="http://schemas.openxmlformats.org/drawingml/2006/main">
              <a:ext uri="{FF2B5EF4-FFF2-40B4-BE49-F238E27FC236}">
                <a16:creationId xmlns:a16="http://schemas.microsoft.com/office/drawing/2014/main" id="{9696B8EE-F71B-43B6-8CB1-245208CC02D9}"/>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21" name="Google Shape;21;p5">
            <a:extLst xmlns:a="http://schemas.openxmlformats.org/drawingml/2006/main">
              <a:ext uri="{FF2B5EF4-FFF2-40B4-BE49-F238E27FC236}">
                <a16:creationId xmlns:a16="http://schemas.microsoft.com/office/drawing/2014/main" id="{6DE5E694-48A5-48D9-AEAD-72CE522DBD8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3" name="Google Shape;23;p6">
            <a:extLst xmlns:a="http://schemas.openxmlformats.org/drawingml/2006/main">
              <a:ext uri="{FF2B5EF4-FFF2-40B4-BE49-F238E27FC236}">
                <a16:creationId xmlns:a16="http://schemas.microsoft.com/office/drawing/2014/main" id="{A3E34C10-2571-4B0E-A5EE-9F1D1D7B0E9B}"/>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24" name="Google Shape;24;p6">
            <a:extLst xmlns:a="http://schemas.openxmlformats.org/drawingml/2006/main">
              <a:ext uri="{FF2B5EF4-FFF2-40B4-BE49-F238E27FC236}">
                <a16:creationId xmlns:a16="http://schemas.microsoft.com/office/drawing/2014/main" id="{46A16349-2E58-4495-B49F-C57CEBDD4858}"/>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25" name="Google Shape;25;p6">
            <a:extLst xmlns:a="http://schemas.openxmlformats.org/drawingml/2006/main">
              <a:ext uri="{FF2B5EF4-FFF2-40B4-BE49-F238E27FC236}">
                <a16:creationId xmlns:a16="http://schemas.microsoft.com/office/drawing/2014/main" id="{B92A51A5-39D1-48D2-871F-3AED3174CB34}"/>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26" name="Google Shape;26;p6">
            <a:extLst xmlns:a="http://schemas.openxmlformats.org/drawingml/2006/main">
              <a:ext uri="{FF2B5EF4-FFF2-40B4-BE49-F238E27FC236}">
                <a16:creationId xmlns:a16="http://schemas.microsoft.com/office/drawing/2014/main" id="{EA0E6920-D553-44FF-A22E-EF5588316F1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8" name="Google Shape;28;p7">
            <a:extLst xmlns:a="http://schemas.openxmlformats.org/drawingml/2006/main">
              <a:ext uri="{FF2B5EF4-FFF2-40B4-BE49-F238E27FC236}">
                <a16:creationId xmlns:a16="http://schemas.microsoft.com/office/drawing/2014/main" id="{4C1730B9-6264-4782-B44D-437BBD6336A8}"/>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29" name="Google Shape;29;p7">
            <a:extLst xmlns:a="http://schemas.openxmlformats.org/drawingml/2006/main">
              <a:ext uri="{FF2B5EF4-FFF2-40B4-BE49-F238E27FC236}">
                <a16:creationId xmlns:a16="http://schemas.microsoft.com/office/drawing/2014/main" id="{0BB93EFC-AFAB-453F-A7C3-2F17149C9A1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31" name="Google Shape;31;p8">
            <a:extLst xmlns:a="http://schemas.openxmlformats.org/drawingml/2006/main">
              <a:ext uri="{FF2B5EF4-FFF2-40B4-BE49-F238E27FC236}">
                <a16:creationId xmlns:a16="http://schemas.microsoft.com/office/drawing/2014/main" id="{75BD0652-22FC-4B80-AD91-7E48BBE0B3CD}"/>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2400"/>
              <a:buNone/>
              <a:defRPr sz="2400"/>
            </a:lvl1pPr>
            <a:lvl2pPr algn="l">
              <a:lnSpc>
                <a:spcPct val="100000"/>
              </a:lnSpc>
              <a:spcBef>
                <a:spcPts val="0"/>
              </a:spcBef>
              <a:spcAft>
                <a:spcPts val="0"/>
              </a:spcAft>
              <a:buSzPts val="2400"/>
              <a:buNone/>
              <a:defRPr sz="2400"/>
            </a:lvl2pPr>
            <a:lvl3pPr algn="l">
              <a:lnSpc>
                <a:spcPct val="100000"/>
              </a:lnSpc>
              <a:spcBef>
                <a:spcPts val="0"/>
              </a:spcBef>
              <a:spcAft>
                <a:spcPts val="0"/>
              </a:spcAft>
              <a:buSzPts val="2400"/>
              <a:buNone/>
              <a:defRPr sz="2400"/>
            </a:lvl3pPr>
            <a:lvl4pPr algn="l">
              <a:lnSpc>
                <a:spcPct val="100000"/>
              </a:lnSpc>
              <a:spcBef>
                <a:spcPts val="0"/>
              </a:spcBef>
              <a:spcAft>
                <a:spcPts val="0"/>
              </a:spcAft>
              <a:buSzPts val="2400"/>
              <a:buNone/>
              <a:defRPr sz="2400"/>
            </a:lvl4pPr>
            <a:lvl5pPr algn="l">
              <a:lnSpc>
                <a:spcPct val="100000"/>
              </a:lnSpc>
              <a:spcBef>
                <a:spcPts val="0"/>
              </a:spcBef>
              <a:spcAft>
                <a:spcPts val="0"/>
              </a:spcAft>
              <a:buSzPts val="2400"/>
              <a:buNone/>
              <a:defRPr sz="2400"/>
            </a:lvl5pPr>
            <a:lvl6pPr algn="l">
              <a:lnSpc>
                <a:spcPct val="100000"/>
              </a:lnSpc>
              <a:spcBef>
                <a:spcPts val="0"/>
              </a:spcBef>
              <a:spcAft>
                <a:spcPts val="0"/>
              </a:spcAft>
              <a:buSzPts val="2400"/>
              <a:buNone/>
              <a:defRPr sz="2400"/>
            </a:lvl6pPr>
            <a:lvl7pPr algn="l">
              <a:lnSpc>
                <a:spcPct val="100000"/>
              </a:lnSpc>
              <a:spcBef>
                <a:spcPts val="0"/>
              </a:spcBef>
              <a:spcAft>
                <a:spcPts val="0"/>
              </a:spcAft>
              <a:buSzPts val="2400"/>
              <a:buNone/>
              <a:defRPr sz="2400"/>
            </a:lvl7pPr>
            <a:lvl8pPr algn="l">
              <a:lnSpc>
                <a:spcPct val="100000"/>
              </a:lnSpc>
              <a:spcBef>
                <a:spcPts val="0"/>
              </a:spcBef>
              <a:spcAft>
                <a:spcPts val="0"/>
              </a:spcAft>
              <a:buSzPts val="2400"/>
              <a:buNone/>
              <a:defRPr sz="2400"/>
            </a:lvl8pPr>
            <a:lvl9pPr algn="l">
              <a:lnSpc>
                <a:spcPct val="100000"/>
              </a:lnSpc>
              <a:spcBef>
                <a:spcPts val="0"/>
              </a:spcBef>
              <a:spcAft>
                <a:spcPts val="0"/>
              </a:spcAft>
              <a:buSzPts val="2400"/>
              <a:buNone/>
              <a:defRPr sz="2400"/>
            </a:lvl9pPr>
          </a:lstStyle>
          <a:p xmlns:a="http://schemas.openxmlformats.org/drawingml/2006/main"/>
        </p:txBody>
      </p:sp>
      <p:sp>
        <p:nvSpPr>
          <p:cNvPr id="32" name="Google Shape;32;p8">
            <a:extLst xmlns:a="http://schemas.openxmlformats.org/drawingml/2006/main">
              <a:ext uri="{FF2B5EF4-FFF2-40B4-BE49-F238E27FC236}">
                <a16:creationId xmlns:a16="http://schemas.microsoft.com/office/drawing/2014/main" id="{0F90C23B-9534-405B-BC9F-8E133DEFAC08}"/>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04800" algn="l">
              <a:lnSpc>
                <a:spcPct val="115000"/>
              </a:lnSpc>
              <a:spcBef>
                <a:spcPts val="0"/>
              </a:spcBef>
              <a:spcAft>
                <a:spcPts val="0"/>
              </a:spcAft>
              <a:buSzPts val="1200"/>
              <a:buChar char="●"/>
              <a:defRPr sz="12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33" name="Google Shape;33;p8">
            <a:extLst xmlns:a="http://schemas.openxmlformats.org/drawingml/2006/main">
              <a:ext uri="{FF2B5EF4-FFF2-40B4-BE49-F238E27FC236}">
                <a16:creationId xmlns:a16="http://schemas.microsoft.com/office/drawing/2014/main" id="{71F76CCF-9D3C-4EEA-B5FC-CBD76CCDE5F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5" name="Google Shape;35;p9">
            <a:extLst xmlns:a="http://schemas.openxmlformats.org/drawingml/2006/main">
              <a:ext uri="{FF2B5EF4-FFF2-40B4-BE49-F238E27FC236}">
                <a16:creationId xmlns:a16="http://schemas.microsoft.com/office/drawing/2014/main" id="{14EDCBB0-D2F9-493B-B2A7-0AB8241667B1}"/>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l">
              <a:lnSpc>
                <a:spcPct val="100000"/>
              </a:lnSpc>
              <a:spcBef>
                <a:spcPts val="0"/>
              </a:spcBef>
              <a:spcAft>
                <a:spcPts val="0"/>
              </a:spcAft>
              <a:buSzPts val="4800"/>
              <a:buNone/>
              <a:defRPr sz="4800"/>
            </a:lvl1pPr>
            <a:lvl2pPr algn="l">
              <a:lnSpc>
                <a:spcPct val="100000"/>
              </a:lnSpc>
              <a:spcBef>
                <a:spcPts val="0"/>
              </a:spcBef>
              <a:spcAft>
                <a:spcPts val="0"/>
              </a:spcAft>
              <a:buSzPts val="4800"/>
              <a:buNone/>
              <a:defRPr sz="4800"/>
            </a:lvl2pPr>
            <a:lvl3pPr algn="l">
              <a:lnSpc>
                <a:spcPct val="100000"/>
              </a:lnSpc>
              <a:spcBef>
                <a:spcPts val="0"/>
              </a:spcBef>
              <a:spcAft>
                <a:spcPts val="0"/>
              </a:spcAft>
              <a:buSzPts val="4800"/>
              <a:buNone/>
              <a:defRPr sz="4800"/>
            </a:lvl3pPr>
            <a:lvl4pPr algn="l">
              <a:lnSpc>
                <a:spcPct val="100000"/>
              </a:lnSpc>
              <a:spcBef>
                <a:spcPts val="0"/>
              </a:spcBef>
              <a:spcAft>
                <a:spcPts val="0"/>
              </a:spcAft>
              <a:buSzPts val="4800"/>
              <a:buNone/>
              <a:defRPr sz="4800"/>
            </a:lvl4pPr>
            <a:lvl5pPr algn="l">
              <a:lnSpc>
                <a:spcPct val="100000"/>
              </a:lnSpc>
              <a:spcBef>
                <a:spcPts val="0"/>
              </a:spcBef>
              <a:spcAft>
                <a:spcPts val="0"/>
              </a:spcAft>
              <a:buSzPts val="4800"/>
              <a:buNone/>
              <a:defRPr sz="4800"/>
            </a:lvl5pPr>
            <a:lvl6pPr algn="l">
              <a:lnSpc>
                <a:spcPct val="100000"/>
              </a:lnSpc>
              <a:spcBef>
                <a:spcPts val="0"/>
              </a:spcBef>
              <a:spcAft>
                <a:spcPts val="0"/>
              </a:spcAft>
              <a:buSzPts val="4800"/>
              <a:buNone/>
              <a:defRPr sz="4800"/>
            </a:lvl6pPr>
            <a:lvl7pPr algn="l">
              <a:lnSpc>
                <a:spcPct val="100000"/>
              </a:lnSpc>
              <a:spcBef>
                <a:spcPts val="0"/>
              </a:spcBef>
              <a:spcAft>
                <a:spcPts val="0"/>
              </a:spcAft>
              <a:buSzPts val="4800"/>
              <a:buNone/>
              <a:defRPr sz="4800"/>
            </a:lvl7pPr>
            <a:lvl8pPr algn="l">
              <a:lnSpc>
                <a:spcPct val="100000"/>
              </a:lnSpc>
              <a:spcBef>
                <a:spcPts val="0"/>
              </a:spcBef>
              <a:spcAft>
                <a:spcPts val="0"/>
              </a:spcAft>
              <a:buSzPts val="4800"/>
              <a:buNone/>
              <a:defRPr sz="4800"/>
            </a:lvl8pPr>
            <a:lvl9pPr algn="l">
              <a:lnSpc>
                <a:spcPct val="100000"/>
              </a:lnSpc>
              <a:spcBef>
                <a:spcPts val="0"/>
              </a:spcBef>
              <a:spcAft>
                <a:spcPts val="0"/>
              </a:spcAft>
              <a:buSzPts val="4800"/>
              <a:buNone/>
              <a:defRPr sz="4800"/>
            </a:lvl9pPr>
          </a:lstStyle>
          <a:p xmlns:a="http://schemas.openxmlformats.org/drawingml/2006/main"/>
        </p:txBody>
      </p:sp>
      <p:sp>
        <p:nvSpPr>
          <p:cNvPr id="36" name="Google Shape;36;p9">
            <a:extLst xmlns:a="http://schemas.openxmlformats.org/drawingml/2006/main">
              <a:ext uri="{FF2B5EF4-FFF2-40B4-BE49-F238E27FC236}">
                <a16:creationId xmlns:a16="http://schemas.microsoft.com/office/drawing/2014/main" id="{E8917316-521A-41F4-8797-4FEB5F07DD2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8" name="Google Shape;38;p10">
            <a:extLst xmlns:a="http://schemas.openxmlformats.org/drawingml/2006/main">
              <a:ext uri="{FF2B5EF4-FFF2-40B4-BE49-F238E27FC236}">
                <a16:creationId xmlns:a16="http://schemas.microsoft.com/office/drawing/2014/main" id="{6743D6D4-99BB-4A8B-9A26-50EFF645E8AD}"/>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39" name="Google Shape;39;p10">
            <a:extLst xmlns:a="http://schemas.openxmlformats.org/drawingml/2006/main">
              <a:ext uri="{FF2B5EF4-FFF2-40B4-BE49-F238E27FC236}">
                <a16:creationId xmlns:a16="http://schemas.microsoft.com/office/drawing/2014/main" id="{AEEEAE5C-AD7B-482A-958C-9F6FD62927EA}"/>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SzPts val="4200"/>
              <a:buNone/>
              <a:defRPr sz="4200"/>
            </a:lvl1pPr>
            <a:lvl2pPr algn="ctr">
              <a:lnSpc>
                <a:spcPct val="100000"/>
              </a:lnSpc>
              <a:spcBef>
                <a:spcPts val="0"/>
              </a:spcBef>
              <a:spcAft>
                <a:spcPts val="0"/>
              </a:spcAft>
              <a:buSzPts val="4200"/>
              <a:buNone/>
              <a:defRPr sz="4200"/>
            </a:lvl2pPr>
            <a:lvl3pPr algn="ctr">
              <a:lnSpc>
                <a:spcPct val="100000"/>
              </a:lnSpc>
              <a:spcBef>
                <a:spcPts val="0"/>
              </a:spcBef>
              <a:spcAft>
                <a:spcPts val="0"/>
              </a:spcAft>
              <a:buSzPts val="4200"/>
              <a:buNone/>
              <a:defRPr sz="4200"/>
            </a:lvl3pPr>
            <a:lvl4pPr algn="ctr">
              <a:lnSpc>
                <a:spcPct val="100000"/>
              </a:lnSpc>
              <a:spcBef>
                <a:spcPts val="0"/>
              </a:spcBef>
              <a:spcAft>
                <a:spcPts val="0"/>
              </a:spcAft>
              <a:buSzPts val="4200"/>
              <a:buNone/>
              <a:defRPr sz="4200"/>
            </a:lvl4pPr>
            <a:lvl5pPr algn="ctr">
              <a:lnSpc>
                <a:spcPct val="100000"/>
              </a:lnSpc>
              <a:spcBef>
                <a:spcPts val="0"/>
              </a:spcBef>
              <a:spcAft>
                <a:spcPts val="0"/>
              </a:spcAft>
              <a:buSzPts val="4200"/>
              <a:buNone/>
              <a:defRPr sz="4200"/>
            </a:lvl5pPr>
            <a:lvl6pPr algn="ctr">
              <a:lnSpc>
                <a:spcPct val="100000"/>
              </a:lnSpc>
              <a:spcBef>
                <a:spcPts val="0"/>
              </a:spcBef>
              <a:spcAft>
                <a:spcPts val="0"/>
              </a:spcAft>
              <a:buSzPts val="4200"/>
              <a:buNone/>
              <a:defRPr sz="4200"/>
            </a:lvl6pPr>
            <a:lvl7pPr algn="ctr">
              <a:lnSpc>
                <a:spcPct val="100000"/>
              </a:lnSpc>
              <a:spcBef>
                <a:spcPts val="0"/>
              </a:spcBef>
              <a:spcAft>
                <a:spcPts val="0"/>
              </a:spcAft>
              <a:buSzPts val="4200"/>
              <a:buNone/>
              <a:defRPr sz="4200"/>
            </a:lvl7pPr>
            <a:lvl8pPr algn="ctr">
              <a:lnSpc>
                <a:spcPct val="100000"/>
              </a:lnSpc>
              <a:spcBef>
                <a:spcPts val="0"/>
              </a:spcBef>
              <a:spcAft>
                <a:spcPts val="0"/>
              </a:spcAft>
              <a:buSzPts val="4200"/>
              <a:buNone/>
              <a:defRPr sz="4200"/>
            </a:lvl8pPr>
            <a:lvl9pPr algn="ctr">
              <a:lnSpc>
                <a:spcPct val="100000"/>
              </a:lnSpc>
              <a:spcBef>
                <a:spcPts val="0"/>
              </a:spcBef>
              <a:spcAft>
                <a:spcPts val="0"/>
              </a:spcAft>
              <a:buSzPts val="4200"/>
              <a:buNone/>
              <a:defRPr sz="4200"/>
            </a:lvl9pPr>
          </a:lstStyle>
          <a:p xmlns:a="http://schemas.openxmlformats.org/drawingml/2006/main"/>
        </p:txBody>
      </p:sp>
      <p:sp>
        <p:nvSpPr>
          <p:cNvPr id="40" name="Google Shape;40;p10">
            <a:extLst xmlns:a="http://schemas.openxmlformats.org/drawingml/2006/main">
              <a:ext uri="{FF2B5EF4-FFF2-40B4-BE49-F238E27FC236}">
                <a16:creationId xmlns:a16="http://schemas.microsoft.com/office/drawing/2014/main" id="{28DC8D38-9B9A-428D-B8AB-FD33566591F4}"/>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41" name="Google Shape;41;p10">
            <a:extLst xmlns:a="http://schemas.openxmlformats.org/drawingml/2006/main">
              <a:ext uri="{FF2B5EF4-FFF2-40B4-BE49-F238E27FC236}">
                <a16:creationId xmlns:a16="http://schemas.microsoft.com/office/drawing/2014/main" id="{7E5E157C-BABF-40BC-A66E-28DF5FA6D294}"/>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42" name="Google Shape;42;p10">
            <a:extLst xmlns:a="http://schemas.openxmlformats.org/drawingml/2006/main">
              <a:ext uri="{FF2B5EF4-FFF2-40B4-BE49-F238E27FC236}">
                <a16:creationId xmlns:a16="http://schemas.microsoft.com/office/drawing/2014/main" id="{A80F177E-BE60-4EFC-BD6E-9CDFD42FA56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4" name="Google Shape;44;p11">
            <a:extLst xmlns:a="http://schemas.openxmlformats.org/drawingml/2006/main">
              <a:ext uri="{FF2B5EF4-FFF2-40B4-BE49-F238E27FC236}">
                <a16:creationId xmlns:a16="http://schemas.microsoft.com/office/drawing/2014/main" id="{DC6F2563-AD04-43AB-9038-DC639E922ACC}"/>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228600" algn="l">
              <a:lnSpc>
                <a:spcPct val="100000"/>
              </a:lnSpc>
              <a:spcBef>
                <a:spcPts val="0"/>
              </a:spcBef>
              <a:spcAft>
                <a:spcPts val="0"/>
              </a:spcAft>
              <a:buSzPts val="1800"/>
              <a:buNone/>
              <a:defRPr/>
            </a:lvl1pPr>
          </a:lstStyle>
          <a:p xmlns:a="http://schemas.openxmlformats.org/drawingml/2006/main"/>
        </p:txBody>
      </p:sp>
      <p:sp>
        <p:nvSpPr>
          <p:cNvPr id="45" name="Google Shape;45;p11">
            <a:extLst xmlns:a="http://schemas.openxmlformats.org/drawingml/2006/main">
              <a:ext uri="{FF2B5EF4-FFF2-40B4-BE49-F238E27FC236}">
                <a16:creationId xmlns:a16="http://schemas.microsoft.com/office/drawing/2014/main" id="{4365F0EE-4E62-46FF-AFE1-71792D29354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7" name="Google Shape;47;p12">
            <a:extLst xmlns:a="http://schemas.openxmlformats.org/drawingml/2006/main">
              <a:ext uri="{FF2B5EF4-FFF2-40B4-BE49-F238E27FC236}">
                <a16:creationId xmlns:a16="http://schemas.microsoft.com/office/drawing/2014/main" id="{980A3D4D-598D-4A24-A6F9-B1048EB4DD31}"/>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SzPts val="12000"/>
              <a:buNone/>
              <a:defRPr sz="12000"/>
            </a:lvl1pPr>
            <a:lvl2pPr algn="ctr">
              <a:lnSpc>
                <a:spcPct val="100000"/>
              </a:lnSpc>
              <a:spcBef>
                <a:spcPts val="0"/>
              </a:spcBef>
              <a:spcAft>
                <a:spcPts val="0"/>
              </a:spcAft>
              <a:buSzPts val="12000"/>
              <a:buNone/>
              <a:defRPr sz="12000"/>
            </a:lvl2pPr>
            <a:lvl3pPr algn="ctr">
              <a:lnSpc>
                <a:spcPct val="100000"/>
              </a:lnSpc>
              <a:spcBef>
                <a:spcPts val="0"/>
              </a:spcBef>
              <a:spcAft>
                <a:spcPts val="0"/>
              </a:spcAft>
              <a:buSzPts val="12000"/>
              <a:buNone/>
              <a:defRPr sz="12000"/>
            </a:lvl3pPr>
            <a:lvl4pPr algn="ctr">
              <a:lnSpc>
                <a:spcPct val="100000"/>
              </a:lnSpc>
              <a:spcBef>
                <a:spcPts val="0"/>
              </a:spcBef>
              <a:spcAft>
                <a:spcPts val="0"/>
              </a:spcAft>
              <a:buSzPts val="12000"/>
              <a:buNone/>
              <a:defRPr sz="12000"/>
            </a:lvl4pPr>
            <a:lvl5pPr algn="ctr">
              <a:lnSpc>
                <a:spcPct val="100000"/>
              </a:lnSpc>
              <a:spcBef>
                <a:spcPts val="0"/>
              </a:spcBef>
              <a:spcAft>
                <a:spcPts val="0"/>
              </a:spcAft>
              <a:buSzPts val="12000"/>
              <a:buNone/>
              <a:defRPr sz="12000"/>
            </a:lvl5pPr>
            <a:lvl6pPr algn="ctr">
              <a:lnSpc>
                <a:spcPct val="100000"/>
              </a:lnSpc>
              <a:spcBef>
                <a:spcPts val="0"/>
              </a:spcBef>
              <a:spcAft>
                <a:spcPts val="0"/>
              </a:spcAft>
              <a:buSzPts val="12000"/>
              <a:buNone/>
              <a:defRPr sz="12000"/>
            </a:lvl6pPr>
            <a:lvl7pPr algn="ctr">
              <a:lnSpc>
                <a:spcPct val="100000"/>
              </a:lnSpc>
              <a:spcBef>
                <a:spcPts val="0"/>
              </a:spcBef>
              <a:spcAft>
                <a:spcPts val="0"/>
              </a:spcAft>
              <a:buSzPts val="12000"/>
              <a:buNone/>
              <a:defRPr sz="12000"/>
            </a:lvl7pPr>
            <a:lvl8pPr algn="ctr">
              <a:lnSpc>
                <a:spcPct val="100000"/>
              </a:lnSpc>
              <a:spcBef>
                <a:spcPts val="0"/>
              </a:spcBef>
              <a:spcAft>
                <a:spcPts val="0"/>
              </a:spcAft>
              <a:buSzPts val="12000"/>
              <a:buNone/>
              <a:defRPr sz="12000"/>
            </a:lvl8pPr>
            <a:lvl9pPr algn="ctr">
              <a:lnSpc>
                <a:spcPct val="100000"/>
              </a:lnSpc>
              <a:spcBef>
                <a:spcPts val="0"/>
              </a:spcBef>
              <a:spcAft>
                <a:spcPts val="0"/>
              </a:spcAft>
              <a:buSzPts val="12000"/>
              <a:buNone/>
              <a:defRPr sz="12000"/>
            </a:lvl9pPr>
          </a:lstStyle>
          <a:p xmlns:a="http://schemas.openxmlformats.org/drawingml/2006/main">
            <a:r>
              <a:t>xx%</a:t>
            </a:r>
          </a:p>
        </p:txBody>
      </p:sp>
      <p:sp>
        <p:nvSpPr>
          <p:cNvPr id="48" name="Google Shape;48;p12">
            <a:extLst xmlns:a="http://schemas.openxmlformats.org/drawingml/2006/main">
              <a:ext uri="{FF2B5EF4-FFF2-40B4-BE49-F238E27FC236}">
                <a16:creationId xmlns:a16="http://schemas.microsoft.com/office/drawing/2014/main" id="{409E138D-F5A8-406A-931B-4E4603B3AB4A}"/>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ctr">
              <a:lnSpc>
                <a:spcPct val="115000"/>
              </a:lnSpc>
              <a:spcBef>
                <a:spcPts val="0"/>
              </a:spcBef>
              <a:spcAft>
                <a:spcPts val="0"/>
              </a:spcAft>
              <a:buSzPts val="1800"/>
              <a:buChar char="●"/>
              <a:defRPr/>
            </a:lvl1pPr>
            <a:lvl2pPr marL="914400" indent="-317500" algn="ctr">
              <a:lnSpc>
                <a:spcPct val="115000"/>
              </a:lnSpc>
              <a:spcBef>
                <a:spcPts val="0"/>
              </a:spcBef>
              <a:spcAft>
                <a:spcPts val="0"/>
              </a:spcAft>
              <a:buSzPts val="1400"/>
              <a:buChar char="○"/>
              <a:defRPr/>
            </a:lvl2pPr>
            <a:lvl3pPr marL="1371600" indent="-317500" algn="ctr">
              <a:lnSpc>
                <a:spcPct val="115000"/>
              </a:lnSpc>
              <a:spcBef>
                <a:spcPts val="0"/>
              </a:spcBef>
              <a:spcAft>
                <a:spcPts val="0"/>
              </a:spcAft>
              <a:buSzPts val="1400"/>
              <a:buChar char="■"/>
              <a:defRPr/>
            </a:lvl3pPr>
            <a:lvl4pPr marL="1828800" indent="-317500" algn="ctr">
              <a:lnSpc>
                <a:spcPct val="115000"/>
              </a:lnSpc>
              <a:spcBef>
                <a:spcPts val="0"/>
              </a:spcBef>
              <a:spcAft>
                <a:spcPts val="0"/>
              </a:spcAft>
              <a:buSzPts val="1400"/>
              <a:buChar char="●"/>
              <a:defRPr/>
            </a:lvl4pPr>
            <a:lvl5pPr marL="2286000" indent="-317500" algn="ctr">
              <a:lnSpc>
                <a:spcPct val="115000"/>
              </a:lnSpc>
              <a:spcBef>
                <a:spcPts val="0"/>
              </a:spcBef>
              <a:spcAft>
                <a:spcPts val="0"/>
              </a:spcAft>
              <a:buSzPts val="1400"/>
              <a:buChar char="○"/>
              <a:defRPr/>
            </a:lvl5pPr>
            <a:lvl6pPr marL="2743200" indent="-317500" algn="ctr">
              <a:lnSpc>
                <a:spcPct val="115000"/>
              </a:lnSpc>
              <a:spcBef>
                <a:spcPts val="0"/>
              </a:spcBef>
              <a:spcAft>
                <a:spcPts val="0"/>
              </a:spcAft>
              <a:buSzPts val="1400"/>
              <a:buChar char="■"/>
              <a:defRPr/>
            </a:lvl6pPr>
            <a:lvl7pPr marL="3200400" indent="-317500" algn="ctr">
              <a:lnSpc>
                <a:spcPct val="115000"/>
              </a:lnSpc>
              <a:spcBef>
                <a:spcPts val="0"/>
              </a:spcBef>
              <a:spcAft>
                <a:spcPts val="0"/>
              </a:spcAft>
              <a:buSzPts val="1400"/>
              <a:buChar char="●"/>
              <a:defRPr/>
            </a:lvl7pPr>
            <a:lvl8pPr marL="3657600" indent="-317500" algn="ctr">
              <a:lnSpc>
                <a:spcPct val="115000"/>
              </a:lnSpc>
              <a:spcBef>
                <a:spcPts val="0"/>
              </a:spcBef>
              <a:spcAft>
                <a:spcPts val="0"/>
              </a:spcAft>
              <a:buSzPts val="1400"/>
              <a:buChar char="○"/>
              <a:defRPr/>
            </a:lvl8pPr>
            <a:lvl9pPr marL="4114800" indent="-317500" algn="ctr">
              <a:lnSpc>
                <a:spcPct val="115000"/>
              </a:lnSpc>
              <a:spcBef>
                <a:spcPts val="0"/>
              </a:spcBef>
              <a:spcAft>
                <a:spcPts val="0"/>
              </a:spcAft>
              <a:buSzPts val="1400"/>
              <a:buChar char="■"/>
              <a:defRPr/>
            </a:lvl9pPr>
          </a:lstStyle>
          <a:p xmlns:a="http://schemas.openxmlformats.org/drawingml/2006/main"/>
        </p:txBody>
      </p:sp>
      <p:sp>
        <p:nvSpPr>
          <p:cNvPr id="49" name="Google Shape;49;p12">
            <a:extLst xmlns:a="http://schemas.openxmlformats.org/drawingml/2006/main">
              <a:ext uri="{FF2B5EF4-FFF2-40B4-BE49-F238E27FC236}">
                <a16:creationId xmlns:a16="http://schemas.microsoft.com/office/drawing/2014/main" id="{940EAC90-E7DE-4897-BF88-3EB1DAA780B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e3ad27dfe6420e" /><Relationship Type="http://schemas.openxmlformats.org/officeDocument/2006/relationships/slideLayout" Target="/ppt/slideLayouts/slideLayout1.xml" Id="Rf30b8bb6cc3f470f" /><Relationship Type="http://schemas.openxmlformats.org/officeDocument/2006/relationships/slideLayout" Target="/ppt/slideLayouts/slideLayout2.xml" Id="R09c22b92a37a45ef" /><Relationship Type="http://schemas.openxmlformats.org/officeDocument/2006/relationships/slideLayout" Target="/ppt/slideLayouts/slideLayout3.xml" Id="Rcd8aa22f01aa477e" /><Relationship Type="http://schemas.openxmlformats.org/officeDocument/2006/relationships/slideLayout" Target="/ppt/slideLayouts/slideLayout4.xml" Id="Rca5458d85e744969" /><Relationship Type="http://schemas.openxmlformats.org/officeDocument/2006/relationships/slideLayout" Target="/ppt/slideLayouts/slideLayout5.xml" Id="R4e542b1898c5429c" /><Relationship Type="http://schemas.openxmlformats.org/officeDocument/2006/relationships/slideLayout" Target="/ppt/slideLayouts/slideLayout6.xml" Id="R9d48866783464920" /><Relationship Type="http://schemas.openxmlformats.org/officeDocument/2006/relationships/slideLayout" Target="/ppt/slideLayouts/slideLayout7.xml" Id="R4792302c069c4f7a" /><Relationship Type="http://schemas.openxmlformats.org/officeDocument/2006/relationships/slideLayout" Target="/ppt/slideLayouts/slideLayout8.xml" Id="R3acb6b6526f84b7a" /><Relationship Type="http://schemas.openxmlformats.org/officeDocument/2006/relationships/slideLayout" Target="/ppt/slideLayouts/slideLayout9.xml" Id="R0ba200091f844749" /><Relationship Type="http://schemas.openxmlformats.org/officeDocument/2006/relationships/slideLayout" Target="/ppt/slideLayouts/slideLayout10.xml" Id="R2770bf4f698a4798" /><Relationship Type="http://schemas.openxmlformats.org/officeDocument/2006/relationships/slideLayout" Target="/ppt/slideLayouts/slideLayout11.xml" Id="Rafc4fe170ecb4d0b"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AE4BBA70-099D-4495-BC19-1527F0C2C3F1}"/>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1pPr>
            <a:lvl2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2pPr>
            <a:lvl3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3pPr>
            <a:lvl4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4pPr>
            <a:lvl5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5pPr>
            <a:lvl6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6pPr>
            <a:lvl7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7pPr>
            <a:lvl8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8pPr>
            <a:lvl9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6CAA24D7-9D92-43E4-8381-79AEE5587B27}"/>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42900" algn="l">
              <a:lnSpc>
                <a:spcPct val="115000"/>
              </a:lnSpc>
              <a:spcBef>
                <a:spcPts val="0"/>
              </a:spcBef>
              <a:spcAft>
                <a:spcPts val="0"/>
              </a:spcAft>
              <a:buClr>
                <a:schemeClr val="dk2"/>
              </a:buClr>
              <a:buSzPts val="1800"/>
              <a:buFont typeface="Arial"/>
              <a:buChar char="●"/>
              <a:defRPr sz="1800" b="0" i="0" u="none" cap="none">
                <a:solidFill>
                  <a:schemeClr val="dk2"/>
                </a:solidFill>
                <a:latin typeface="Arial"/>
                <a:ea typeface="Arial"/>
                <a:cs typeface="Arial"/>
              </a:defRPr>
            </a:lvl1pPr>
            <a:lvl2pPr marL="9144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2pPr>
            <a:lvl3pPr marL="13716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3pPr>
            <a:lvl4pPr marL="18288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4pPr>
            <a:lvl5pPr marL="22860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5pPr>
            <a:lvl6pPr marL="27432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6pPr>
            <a:lvl7pPr marL="32004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7pPr>
            <a:lvl8pPr marL="36576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8pPr>
            <a:lvl9pPr marL="41148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8438FF26-B0DB-41A5-A133-92B7171F60B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f30b8bb6cc3f470f"/>
    <p:sldLayoutId xmlns:r="http://schemas.openxmlformats.org/officeDocument/2006/relationships" id="2147483650" r:id="R09c22b92a37a45ef"/>
    <p:sldLayoutId xmlns:r="http://schemas.openxmlformats.org/officeDocument/2006/relationships" id="2147483651" r:id="Rcd8aa22f01aa477e"/>
    <p:sldLayoutId xmlns:r="http://schemas.openxmlformats.org/officeDocument/2006/relationships" id="2147483652" r:id="Rca5458d85e744969"/>
    <p:sldLayoutId xmlns:r="http://schemas.openxmlformats.org/officeDocument/2006/relationships" id="2147483653" r:id="R4e542b1898c5429c"/>
    <p:sldLayoutId xmlns:r="http://schemas.openxmlformats.org/officeDocument/2006/relationships" id="2147483654" r:id="R9d48866783464920"/>
    <p:sldLayoutId xmlns:r="http://schemas.openxmlformats.org/officeDocument/2006/relationships" id="2147483655" r:id="R4792302c069c4f7a"/>
    <p:sldLayoutId xmlns:r="http://schemas.openxmlformats.org/officeDocument/2006/relationships" id="2147483656" r:id="R3acb6b6526f84b7a"/>
    <p:sldLayoutId xmlns:r="http://schemas.openxmlformats.org/officeDocument/2006/relationships" id="2147483657" r:id="R0ba200091f844749"/>
    <p:sldLayoutId xmlns:r="http://schemas.openxmlformats.org/officeDocument/2006/relationships" id="2147483658" r:id="R2770bf4f698a4798"/>
    <p:sldLayoutId xmlns:r="http://schemas.openxmlformats.org/officeDocument/2006/relationships" id="2147483659" r:id="Rafc4fe170ecb4d0b"/>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0fc08acb02c4df8" /><Relationship Type="http://schemas.openxmlformats.org/officeDocument/2006/relationships/image" Target="/ppt/media/image.png" Id="R6b1f641d81cf4c96" /><Relationship Type="http://schemas.openxmlformats.org/officeDocument/2006/relationships/notesSlide" Target="/ppt/notesSlides/notesSlide1.xml" Id="Rbaaacf0e8e2e47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ac57ee25e0b41ed" /><Relationship Type="http://schemas.openxmlformats.org/officeDocument/2006/relationships/image" Target="/ppt/media/image2.png" Id="R2c379e3f87674de0" /><Relationship Type="http://schemas.openxmlformats.org/officeDocument/2006/relationships/notesSlide" Target="/ppt/notesSlides/notesSlide2.xml" Id="R1dd3c35514fb4e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98cbbcb97fd4a95" /><Relationship Type="http://schemas.openxmlformats.org/officeDocument/2006/relationships/image" Target="/ppt/media/image2.png" Id="Rcf7c9ce852204090" /><Relationship Type="http://schemas.openxmlformats.org/officeDocument/2006/relationships/notesSlide" Target="/ppt/notesSlides/notesSlide3.xml" Id="R60d8a5b009f24f3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07538cb2eb74df4" /><Relationship Type="http://schemas.openxmlformats.org/officeDocument/2006/relationships/image" Target="/ppt/media/image2.png" Id="R8ad5997e0a9a491b" /><Relationship Type="http://schemas.openxmlformats.org/officeDocument/2006/relationships/notesSlide" Target="/ppt/notesSlides/notesSlide4.xml" Id="R2b42231b2ed640f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090fe6a99324fc0" /><Relationship Type="http://schemas.openxmlformats.org/officeDocument/2006/relationships/image" Target="/ppt/media/image2.png" Id="R15325b5b355b4601" /><Relationship Type="http://schemas.openxmlformats.org/officeDocument/2006/relationships/hyperlink" Target="https://samvaad360.streamlit.app/" TargetMode="External" Id="Re52134c40a9f487e" /><Relationship Type="http://schemas.openxmlformats.org/officeDocument/2006/relationships/hyperlink" Target="https://github.com/Cherie05/samvaad360" TargetMode="External" Id="R87a3ad8f24e943d6" /><Relationship Type="http://schemas.openxmlformats.org/officeDocument/2006/relationships/notesSlide" Target="/ppt/notesSlides/notesSlide5.xml" Id="Rceb30b8071414e1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dbd400e94074276" /><Relationship Type="http://schemas.openxmlformats.org/officeDocument/2006/relationships/image" Target="/ppt/media/image3.png" Id="Rbacd5e9c712f4a81" /><Relationship Type="http://schemas.openxmlformats.org/officeDocument/2006/relationships/notesSlide" Target="/ppt/notesSlides/notesSlide6.xml" Id="Rfa140f657713488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0" name="Google Shape;54;p13"/>
          <p:cNvPicPr>
            <a:picLocks xmlns:a="http://schemas.openxmlformats.org/drawingml/2006/main" noChangeAspect="1"/>
          </p:cNvPicPr>
          <p:nvPr/>
        </p:nvPicPr>
        <p:blipFill rotWithShape="1">
          <a:blip xmlns:r="http://schemas.openxmlformats.org/officeDocument/2006/relationships" xmlns:a="http://schemas.openxmlformats.org/drawingml/2006/main" r:embed="R6b1f641d81cf4c96">
            <a:alphaModFix/>
          </a:blip>
          <a:srcRect xmlns:a="http://schemas.openxmlformats.org/drawingml/2006/main" l="0" t="0" r="0" b="0"/>
          <a:stretch xmlns:a="http://schemas.openxmlformats.org/drawingml/2006/main"/>
        </p:blipFill>
        <p:spPr>
          <a:xfrm xmlns:a="http://schemas.openxmlformats.org/drawingml/2006/main">
            <a:off x="-12" y="0"/>
            <a:ext cx="9144018" cy="5143501"/>
          </a:xfrm>
          <a:prstGeom xmlns:a="http://schemas.openxmlformats.org/drawingml/2006/main" prst="rect">
            <a:avLst/>
          </a:prstGeom>
          <a:ln xmlns:a="http://schemas.openxmlformats.org/drawingml/2006/main">
            <a:noFill/>
          </a:ln>
        </p:spPr>
      </p:pic>
      <p:sp>
        <p:nvSpPr>
          <p:cNvPr id="55" name="Google Shape;55;p13">
            <a:extLst xmlns:a="http://schemas.openxmlformats.org/drawingml/2006/main">
              <a:ext uri="{FF2B5EF4-FFF2-40B4-BE49-F238E27FC236}">
                <a16:creationId xmlns:a16="http://schemas.microsoft.com/office/drawing/2014/main" id="{9D331057-F179-486D-89B6-79266D9C9C74}"/>
              </a:ext>
            </a:extLst>
          </p:cNvPr>
          <p:cNvSpPr>
            <a:spLocks xmlns:a="http://schemas.openxmlformats.org/drawingml/2006/main" noGrp="1"/>
          </p:cNvSpPr>
          <p:nvPr/>
        </p:nvSpPr>
        <p:spPr>
          <a:xfrm xmlns:a="http://schemas.openxmlformats.org/drawingml/2006/main">
            <a:off x="402808" y="3192600"/>
            <a:ext cx="7152900" cy="37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6750" tIns="76750" rIns="76750" bIns="76750" anchor="t">
            <a:normAutofit fontScale="100000"/>
          </a:bodyPr>
          <a:lstStyle xmlns:a="http://schemas.openxmlformats.org/drawingml/2006/main"/>
          <a:p xmlns:a="http://schemas.openxmlformats.org/drawingml/2006/main">
            <a:pPr marL="0" marR="0" lvl="0" indent="0" algn="l">
              <a:lnSpc>
                <a:spcPct val="80000"/>
              </a:lnSpc>
              <a:spcBef>
                <a:spcPts val="0"/>
              </a:spcBef>
              <a:spcAft>
                <a:spcPts val="0"/>
              </a:spcAft>
              <a:buClr>
                <a:srgbClr val="000000"/>
              </a:buClr>
              <a:buSzPts val="1343"/>
              <a:buFont typeface="Arial"/>
              <a:buNone/>
            </a:pPr>
            <a:r>
              <a:rPr sz="1343" b="0" i="0" u="none" cap="none">
                <a:solidFill>
                  <a:srgbClr val="202729"/>
                </a:solidFill>
                <a:latin typeface="Manrope SemiBold"/>
                <a:ea typeface="Manrope SemiBold"/>
                <a:cs typeface="Manrope SemiBold"/>
              </a:rPr>
              <a:t>Team Name : Glacier Queries</a:t>
            </a:r>
            <a:endParaRPr sz="1343" b="0" i="0" u="none" cap="none">
              <a:solidFill>
                <a:srgbClr val="202729"/>
              </a:solidFill>
              <a:latin typeface="Manrope SemiBold"/>
              <a:ea typeface="Manrope SemiBold"/>
              <a:cs typeface="Manrope SemiBold"/>
            </a:endParaRPr>
          </a:p>
        </p:txBody>
      </p:sp>
      <p:sp>
        <p:nvSpPr>
          <p:cNvPr id="56" name="Google Shape;56;p13">
            <a:extLst xmlns:a="http://schemas.openxmlformats.org/drawingml/2006/main">
              <a:ext uri="{FF2B5EF4-FFF2-40B4-BE49-F238E27FC236}">
                <a16:creationId xmlns:a16="http://schemas.microsoft.com/office/drawing/2014/main" id="{2A80A3F8-D234-4ED2-9E63-E8C9148A7DFE}"/>
              </a:ext>
            </a:extLst>
          </p:cNvPr>
          <p:cNvSpPr>
            <a:spLocks xmlns:a="http://schemas.openxmlformats.org/drawingml/2006/main" noGrp="1"/>
          </p:cNvSpPr>
          <p:nvPr/>
        </p:nvSpPr>
        <p:spPr>
          <a:xfrm xmlns:a="http://schemas.openxmlformats.org/drawingml/2006/main">
            <a:off x="402788" y="4250161"/>
            <a:ext cx="71529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6750" tIns="76750" rIns="76750" bIns="76750" anchor="t">
            <a:normAutofit fontScale="100000"/>
          </a:bodyPr>
          <a:lstStyle xmlns:a="http://schemas.openxmlformats.org/drawingml/2006/main"/>
          <a:p xmlns:a="http://schemas.openxmlformats.org/drawingml/2006/main">
            <a:pPr marL="0" marR="0" lvl="0" indent="0" algn="l">
              <a:lnSpc>
                <a:spcPct val="70000"/>
              </a:lnSpc>
              <a:spcBef>
                <a:spcPts val="0"/>
              </a:spcBef>
              <a:spcAft>
                <a:spcPts val="0"/>
              </a:spcAft>
              <a:buClr>
                <a:srgbClr val="000000"/>
              </a:buClr>
              <a:buSzPts val="1343"/>
              <a:buFont typeface="Arial"/>
              <a:buNone/>
            </a:pPr>
            <a:r>
              <a:rPr sz="1343" b="0" i="0" u="none" cap="none">
                <a:solidFill>
                  <a:srgbClr val="202729"/>
                </a:solidFill>
                <a:latin typeface="Manrope SemiBold"/>
                <a:ea typeface="Manrope SemiBold"/>
                <a:cs typeface="Manrope SemiBold"/>
              </a:rPr>
              <a:t>Problem Statement : Customer 360 and Next Best Action Engine</a:t>
            </a:r>
            <a:endParaRPr sz="1343" b="0" i="0" u="none" cap="none">
              <a:solidFill>
                <a:srgbClr val="202729"/>
              </a:solidFill>
              <a:latin typeface="Manrope SemiBold"/>
              <a:ea typeface="Manrope SemiBold"/>
              <a:cs typeface="Manrope SemiBold"/>
            </a:endParaRPr>
          </a:p>
        </p:txBody>
      </p:sp>
      <p:sp>
        <p:nvSpPr>
          <p:cNvPr id="57" name="Google Shape;57;p13">
            <a:extLst xmlns:a="http://schemas.openxmlformats.org/drawingml/2006/main">
              <a:ext uri="{FF2B5EF4-FFF2-40B4-BE49-F238E27FC236}">
                <a16:creationId xmlns:a16="http://schemas.microsoft.com/office/drawing/2014/main" id="{3FF1AD55-20F1-4093-83BE-26264E99A8DB}"/>
              </a:ext>
            </a:extLst>
          </p:cNvPr>
          <p:cNvSpPr>
            <a:spLocks xmlns:a="http://schemas.openxmlformats.org/drawingml/2006/main" noGrp="1"/>
          </p:cNvSpPr>
          <p:nvPr/>
        </p:nvSpPr>
        <p:spPr>
          <a:xfrm xmlns:a="http://schemas.openxmlformats.org/drawingml/2006/main">
            <a:off x="402798" y="3534656"/>
            <a:ext cx="7152900" cy="37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6750" tIns="76750" rIns="76750" bIns="76750" anchor="t">
            <a:normAutofit fontScale="100000"/>
          </a:bodyPr>
          <a:lstStyle xmlns:a="http://schemas.openxmlformats.org/drawingml/2006/main"/>
          <a:p xmlns:a="http://schemas.openxmlformats.org/drawingml/2006/main">
            <a:pPr marL="0" marR="0" lvl="0" indent="0" algn="l">
              <a:lnSpc>
                <a:spcPct val="80000"/>
              </a:lnSpc>
              <a:spcBef>
                <a:spcPts val="0"/>
              </a:spcBef>
              <a:spcAft>
                <a:spcPts val="0"/>
              </a:spcAft>
              <a:buClr>
                <a:srgbClr val="000000"/>
              </a:buClr>
              <a:buSzPts val="1343"/>
              <a:buFont typeface="Arial"/>
              <a:buNone/>
            </a:pPr>
            <a:r>
              <a:rPr sz="1343" b="0" i="0" u="none" cap="none">
                <a:solidFill>
                  <a:srgbClr val="202729"/>
                </a:solidFill>
                <a:latin typeface="Manrope SemiBold"/>
                <a:ea typeface="Manrope SemiBold"/>
                <a:cs typeface="Manrope SemiBold"/>
              </a:rPr>
              <a:t>Team Leader Name : Arunvpp</a:t>
            </a:r>
            <a:endParaRPr sz="1343" b="0" i="0" u="none" cap="none">
              <a:solidFill>
                <a:srgbClr val="202729"/>
              </a:solidFill>
              <a:latin typeface="Manrope SemiBold"/>
              <a:ea typeface="Manrope SemiBold"/>
              <a:cs typeface="Manrope SemiBold"/>
            </a:endParaRPr>
          </a:p>
        </p:txBody>
      </p:sp>
      <p:sp>
        <p:nvSpPr>
          <p:cNvPr id="58" name="Google Shape;58;p13">
            <a:extLst xmlns:a="http://schemas.openxmlformats.org/drawingml/2006/main">
              <a:ext uri="{FF2B5EF4-FFF2-40B4-BE49-F238E27FC236}">
                <a16:creationId xmlns:a16="http://schemas.microsoft.com/office/drawing/2014/main" id="{BAE6AD11-4581-4880-87EF-F08BDB16D068}"/>
              </a:ext>
            </a:extLst>
          </p:cNvPr>
          <p:cNvSpPr>
            <a:spLocks xmlns:a="http://schemas.openxmlformats.org/drawingml/2006/main" noGrp="1"/>
          </p:cNvSpPr>
          <p:nvPr/>
        </p:nvSpPr>
        <p:spPr>
          <a:xfrm xmlns:a="http://schemas.openxmlformats.org/drawingml/2006/main">
            <a:off x="402788" y="3907261"/>
            <a:ext cx="71529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6750" tIns="76750" rIns="76750" bIns="76750" anchor="t">
            <a:normAutofit fontScale="100000"/>
          </a:bodyPr>
          <a:lstStyle xmlns:a="http://schemas.openxmlformats.org/drawingml/2006/main"/>
          <a:p xmlns:a="http://schemas.openxmlformats.org/drawingml/2006/main">
            <a:pPr marL="0" marR="0" lvl="0" indent="0" algn="l">
              <a:lnSpc>
                <a:spcPct val="70000"/>
              </a:lnSpc>
              <a:spcBef>
                <a:spcPts val="0"/>
              </a:spcBef>
              <a:spcAft>
                <a:spcPts val="0"/>
              </a:spcAft>
              <a:buClr>
                <a:srgbClr val="000000"/>
              </a:buClr>
              <a:buSzPts val="1343"/>
              <a:buFont typeface="Arial"/>
              <a:buNone/>
            </a:pPr>
            <a:r>
              <a:rPr sz="1343" b="0" i="0" u="none" cap="none">
                <a:solidFill>
                  <a:srgbClr val="202729"/>
                </a:solidFill>
                <a:latin typeface="Manrope SemiBold"/>
                <a:ea typeface="Manrope SemiBold"/>
                <a:cs typeface="Manrope SemiBold"/>
              </a:rPr>
              <a:t>Team Size : 1</a:t>
            </a:r>
            <a:endParaRPr sz="1343" b="0" i="0" u="none" cap="none">
              <a:solidFill>
                <a:srgbClr val="202729"/>
              </a:solidFill>
              <a:latin typeface="Manrope SemiBold"/>
              <a:ea typeface="Manrope SemiBold"/>
              <a:cs typeface="Manrope SemiBold"/>
            </a:endParaRPr>
          </a:p>
        </p:txBody>
      </p:sp>
    </p:spTree>
    <p:extLst>
      <p:ext uri="{BB962C8B-B14F-4D97-AF65-F5344CB8AC3E}">
        <p14:creationId xmlns:p14="http://schemas.microsoft.com/office/powerpoint/2010/main" val="147098820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66" name="Google Shape;63;p14"/>
          <p:cNvPicPr>
            <a:picLocks xmlns:a="http://schemas.openxmlformats.org/drawingml/2006/main" noChangeAspect="1"/>
          </p:cNvPicPr>
          <p:nvPr/>
        </p:nvPicPr>
        <p:blipFill rotWithShape="1">
          <a:blip xmlns:r="http://schemas.openxmlformats.org/officeDocument/2006/relationships" xmlns:a="http://schemas.openxmlformats.org/drawingml/2006/main" r:embed="R2c379e3f87674de0">
            <a:alphaModFix/>
          </a:blip>
          <a:srcRect xmlns:a="http://schemas.openxmlformats.org/drawingml/2006/main" l="0" t="0" r="0" b="0"/>
          <a:stretch xmlns:a="http://schemas.openxmlformats.org/drawingml/2006/main"/>
        </p:blipFill>
        <p:spPr>
          <a:xfrm xmlns:a="http://schemas.openxmlformats.org/drawingml/2006/main">
            <a:off x="0" y="0"/>
            <a:ext cx="9144018" cy="5143501"/>
          </a:xfrm>
          <a:prstGeom xmlns:a="http://schemas.openxmlformats.org/drawingml/2006/main" prst="rect">
            <a:avLst/>
          </a:prstGeom>
          <a:ln xmlns:a="http://schemas.openxmlformats.org/drawingml/2006/main">
            <a:noFill/>
          </a:ln>
        </p:spPr>
      </p:pic>
      <p:sp>
        <p:nvSpPr>
          <p:cNvPr id="64" name="Google Shape;64;p14">
            <a:extLst xmlns:a="http://schemas.openxmlformats.org/drawingml/2006/main">
              <a:ext uri="{FF2B5EF4-FFF2-40B4-BE49-F238E27FC236}">
                <a16:creationId xmlns:a16="http://schemas.microsoft.com/office/drawing/2014/main" id="{7DBB8532-4C72-4A18-AC8D-0DD1B1279F1F}"/>
              </a:ext>
            </a:extLst>
          </p:cNvPr>
          <p:cNvSpPr>
            <a:spLocks xmlns:a="http://schemas.openxmlformats.org/drawingml/2006/main" noGrp="1"/>
          </p:cNvSpPr>
          <p:nvPr/>
        </p:nvSpPr>
        <p:spPr>
          <a:xfrm xmlns:a="http://schemas.openxmlformats.org/drawingml/2006/main">
            <a:off x="329100" y="600420"/>
            <a:ext cx="8485800" cy="4296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fontScale="100000" lnSpcReduction="20000"/>
          </a:bodyPr>
          <a:lstStyle xmlns:a="http://schemas.openxmlformats.org/drawingml/2006/main"/>
          <a:p xmlns:a="http://schemas.openxmlformats.org/drawingml/2006/main">
            <a:pPr>
              <a:lnSpc>
                <a:spcPct val="115000"/>
              </a:lnSpc>
              <a:spcBef>
                <a:spcPts val="0"/>
              </a:spcBef>
              <a:spcAft>
                <a:spcPts val="0"/>
              </a:spcAft>
              <a:buNone/>
            </a:pPr>
            <a:r>
              <a:rPr sz="1700" b="1">
                <a:solidFill>
                  <a:srgbClr val="202729"/>
                </a:solidFill>
                <a:latin typeface="Manrope"/>
                <a:ea typeface="Manrope"/>
                <a:cs typeface="Manrope"/>
              </a:rPr>
              <a:t>Samvaad360 | Problem Brief</a:t>
            </a:r>
          </a:p>
          <a:p xmlns:a="http://schemas.openxmlformats.org/drawingml/2006/main">
            <a:pPr>
              <a:lnSpc>
                <a:spcPct val="115000"/>
              </a:lnSpc>
              <a:spcBef>
                <a:spcPts val="0"/>
              </a:spcBef>
              <a:spcAft>
                <a:spcPts val="0"/>
              </a:spcAft>
              <a:buNone/>
            </a:pPr>
            <a:r>
              <a:rPr sz="1442" b="1" i="1">
                <a:solidFill>
                  <a:srgbClr val="202729"/>
                </a:solidFill>
                <a:latin typeface="Manrope"/>
                <a:ea typeface="Manrope"/>
                <a:cs typeface="Manrope"/>
              </a:rPr>
              <a:t>Customer 360 and Next Best Action Engine | Lending</a:t>
            </a:r>
          </a:p>
          <a:p xmlns:a="http://schemas.openxmlformats.org/drawingml/2006/main">
            <a:pPr>
              <a:lnSpc>
                <a:spcPct val="115000"/>
              </a:lnSpc>
              <a:spcBef>
                <a:spcPts val="16"/>
              </a:spcBef>
              <a:spcAft>
                <a:spcPts val="0"/>
              </a:spcAft>
              <a:buNone/>
            </a:pPr>
            <a:r>
              <a:rPr sz="1700" b="1">
                <a:solidFill>
                  <a:srgbClr val="202729"/>
                </a:solidFill>
                <a:latin typeface="Manrope"/>
                <a:ea typeface="Manrope"/>
                <a:cs typeface="Manrope"/>
              </a:rPr>
              <a:t>Target user and business pain</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Relationship and support officers work across fragmented records.</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Repayment facts alone can miss job loss, disputes and opt-out.</a:t>
            </a:r>
          </a:p>
          <a:p xmlns:a="http://schemas.openxmlformats.org/drawingml/2006/main">
            <a:pPr>
              <a:lnSpc>
                <a:spcPct val="115000"/>
              </a:lnSpc>
              <a:spcBef>
                <a:spcPts val="16"/>
              </a:spcBef>
              <a:spcAft>
                <a:spcPts val="0"/>
              </a:spcAft>
              <a:buNone/>
            </a:pPr>
            <a:r>
              <a:rPr sz="1700" b="1">
                <a:solidFill>
                  <a:srgbClr val="202729"/>
                </a:solidFill>
                <a:latin typeface="Manrope"/>
                <a:ea typeface="Manrope"/>
                <a:cs typeface="Manrope"/>
              </a:rPr>
              <a:t>Why the next conversation matters</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A growth offer can become inappropriate after a hardship reply.</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Officers need the reason, cited evidence and a reviewable action.</a:t>
            </a:r>
          </a:p>
          <a:p xmlns:a="http://schemas.openxmlformats.org/drawingml/2006/main">
            <a:pPr>
              <a:lnSpc>
                <a:spcPct val="115000"/>
              </a:lnSpc>
              <a:spcBef>
                <a:spcPts val="16"/>
              </a:spcBef>
              <a:spcAft>
                <a:spcPts val="0"/>
              </a:spcAft>
              <a:buNone/>
            </a:pPr>
            <a:r>
              <a:rPr sz="1700" b="1">
                <a:solidFill>
                  <a:srgbClr val="202729"/>
                </a:solidFill>
                <a:latin typeface="Manrope"/>
                <a:ea typeface="Manrope"/>
                <a:cs typeface="Manrope"/>
              </a:rPr>
              <a:t>Implemented response</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Join loans, payments, emails and call transcripts in Customer 360.</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Apply consent, hardship and approval gates before next actions.</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Re-evaluate new context; stop stale offers and route human help.</a:t>
            </a:r>
          </a:p>
          <a:p xmlns:a="http://schemas.openxmlformats.org/drawingml/2006/main">
            <a:pPr>
              <a:lnSpc>
                <a:spcPct val="115000"/>
              </a:lnSpc>
              <a:spcBef>
                <a:spcPts val="0"/>
              </a:spcBef>
              <a:spcAft>
                <a:spcPts val="0"/>
              </a:spcAft>
              <a:buNone/>
            </a:pPr>
            <a:r>
              <a:rPr sz="1700">
                <a:solidFill>
                  <a:srgbClr val="202729"/>
                </a:solidFill>
                <a:latin typeface="Manrope"/>
                <a:ea typeface="Manrope"/>
                <a:cs typeface="Manrope"/>
              </a:rPr>
              <a:t>Domain: synthetic lender servicing; no insurance claims demo.</a:t>
            </a:r>
          </a:p>
        </p:txBody>
      </p:sp>
    </p:spTree>
    <p:extLst>
      <p:ext uri="{BB962C8B-B14F-4D97-AF65-F5344CB8AC3E}">
        <p14:creationId xmlns:p14="http://schemas.microsoft.com/office/powerpoint/2010/main" val="102590905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66" name="Google Shape;63;p14"/>
          <p:cNvPicPr>
            <a:picLocks xmlns:a="http://schemas.openxmlformats.org/drawingml/2006/main" noChangeAspect="1"/>
          </p:cNvPicPr>
          <p:nvPr/>
        </p:nvPicPr>
        <p:blipFill rotWithShape="1">
          <a:blip xmlns:r="http://schemas.openxmlformats.org/officeDocument/2006/relationships" xmlns:a="http://schemas.openxmlformats.org/drawingml/2006/main" r:embed="Rcf7c9ce852204090">
            <a:alphaModFix/>
          </a:blip>
          <a:srcRect xmlns:a="http://schemas.openxmlformats.org/drawingml/2006/main" l="0" t="0" r="0" b="0"/>
          <a:stretch xmlns:a="http://schemas.openxmlformats.org/drawingml/2006/main"/>
        </p:blipFill>
        <p:spPr>
          <a:xfrm xmlns:a="http://schemas.openxmlformats.org/drawingml/2006/main">
            <a:off x="0" y="0"/>
            <a:ext cx="9144018" cy="5143501"/>
          </a:xfrm>
          <a:prstGeom xmlns:a="http://schemas.openxmlformats.org/drawingml/2006/main" prst="rect">
            <a:avLst/>
          </a:prstGeom>
          <a:ln xmlns:a="http://schemas.openxmlformats.org/drawingml/2006/main">
            <a:noFill/>
          </a:ln>
        </p:spPr>
      </p:pic>
      <p:sp>
        <p:nvSpPr>
          <p:cNvPr id="64" name="Google Shape;64;p14">
            <a:extLst xmlns:a="http://schemas.openxmlformats.org/drawingml/2006/main">
              <a:ext uri="{FF2B5EF4-FFF2-40B4-BE49-F238E27FC236}">
                <a16:creationId xmlns:a16="http://schemas.microsoft.com/office/drawing/2014/main" id="{7DBB8532-4C72-4A18-AC8D-0DD1B1279F1F}"/>
              </a:ext>
            </a:extLst>
          </p:cNvPr>
          <p:cNvSpPr>
            <a:spLocks xmlns:a="http://schemas.openxmlformats.org/drawingml/2006/main" noGrp="1"/>
          </p:cNvSpPr>
          <p:nvPr/>
        </p:nvSpPr>
        <p:spPr>
          <a:xfrm xmlns:a="http://schemas.openxmlformats.org/drawingml/2006/main">
            <a:off x="329100" y="600420"/>
            <a:ext cx="8485800" cy="4296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fontScale="99556" lnSpcReduction="20000"/>
          </a:bodyPr>
          <a:lstStyle xmlns:a="http://schemas.openxmlformats.org/drawingml/2006/main"/>
          <a:p xmlns:a="http://schemas.openxmlformats.org/drawingml/2006/main">
            <a:pPr>
              <a:lnSpc>
                <a:spcPct val="115000"/>
              </a:lnSpc>
              <a:spcBef>
                <a:spcPts val="0"/>
              </a:spcBef>
              <a:spcAft>
                <a:spcPts val="0"/>
              </a:spcAft>
              <a:buNone/>
            </a:pPr>
            <a:r>
              <a:rPr sz="1700" b="1">
                <a:solidFill>
                  <a:srgbClr val="202729"/>
                </a:solidFill>
                <a:latin typeface="Manrope"/>
                <a:ea typeface="Manrope"/>
                <a:cs typeface="Manrope"/>
              </a:rPr>
              <a:t>Samvaad360 | Architecture Diagram</a:t>
            </a:r>
          </a:p>
          <a:p xmlns:a="http://schemas.openxmlformats.org/drawingml/2006/main">
            <a:pPr>
              <a:lnSpc>
                <a:spcPct val="115000"/>
              </a:lnSpc>
              <a:spcBef>
                <a:spcPts val="0"/>
              </a:spcBef>
              <a:spcAft>
                <a:spcPts val="0"/>
              </a:spcAft>
              <a:buNone/>
            </a:pPr>
            <a:r>
              <a:rPr sz="1442" b="1" i="1">
                <a:solidFill>
                  <a:srgbClr val="202729"/>
                </a:solidFill>
                <a:latin typeface="Manrope"/>
                <a:ea typeface="Manrope"/>
                <a:cs typeface="Manrope"/>
              </a:rPr>
              <a:t>Structured and unstructured data to a guarded next action</a:t>
            </a:r>
          </a:p>
          <a:p xmlns:a="http://schemas.openxmlformats.org/drawingml/2006/main">
            <a:pPr>
              <a:lnSpc>
                <a:spcPct val="115000"/>
              </a:lnSpc>
              <a:spcBef>
                <a:spcPts val="16"/>
              </a:spcBef>
              <a:spcAft>
                <a:spcPts val="0"/>
              </a:spcAft>
              <a:buNone/>
            </a:pPr>
            <a:r>
              <a:rPr sz="1700" b="1">
                <a:solidFill>
                  <a:srgbClr val="202729"/>
                </a:solidFill>
                <a:latin typeface="Manrope"/>
                <a:ea typeface="Manrope"/>
                <a:cs typeface="Manrope"/>
              </a:rPr>
              <a:t>Loan / repayment facts + email / call transcript + preferences</a:t>
            </a:r>
          </a:p>
          <a:p xmlns:a="http://schemas.openxmlformats.org/drawingml/2006/main">
            <a:pPr>
              <a:lnSpc>
                <a:spcPct val="115000"/>
              </a:lnSpc>
              <a:spcBef>
                <a:spcPts val="0"/>
              </a:spcBef>
              <a:spcAft>
                <a:spcPts val="0"/>
              </a:spcAft>
              <a:buNone/>
            </a:pPr>
            <a:r>
              <a:rPr sz="1700">
                <a:solidFill>
                  <a:srgbClr val="202729"/>
                </a:solidFill>
                <a:latin typeface="Manrope"/>
                <a:ea typeface="Manrope"/>
                <a:cs typeface="Manrope"/>
              </a:rPr>
              <a:t>                         ↓</a:t>
            </a:r>
          </a:p>
          <a:p xmlns:a="http://schemas.openxmlformats.org/drawingml/2006/main">
            <a:pPr>
              <a:lnSpc>
                <a:spcPct val="115000"/>
              </a:lnSpc>
              <a:spcBef>
                <a:spcPts val="0"/>
              </a:spcBef>
              <a:spcAft>
                <a:spcPts val="0"/>
              </a:spcAft>
              <a:buNone/>
            </a:pPr>
            <a:r>
              <a:rPr sz="1700">
                <a:solidFill>
                  <a:srgbClr val="202729"/>
                </a:solidFill>
                <a:latin typeface="Manrope"/>
                <a:ea typeface="Manrope"/>
                <a:cs typeface="Manrope"/>
              </a:rPr>
              <a:t>Snowflake fictional snapshot  →  fixed, read-only reader</a:t>
            </a:r>
          </a:p>
          <a:p xmlns:a="http://schemas.openxmlformats.org/drawingml/2006/main">
            <a:pPr>
              <a:lnSpc>
                <a:spcPct val="115000"/>
              </a:lnSpc>
              <a:spcBef>
                <a:spcPts val="0"/>
              </a:spcBef>
              <a:spcAft>
                <a:spcPts val="0"/>
              </a:spcAft>
              <a:buNone/>
            </a:pPr>
            <a:r>
              <a:rPr sz="1700">
                <a:solidFill>
                  <a:srgbClr val="202729"/>
                </a:solidFill>
                <a:latin typeface="Manrope"/>
                <a:ea typeface="Manrope"/>
                <a:cs typeface="Manrope"/>
              </a:rPr>
              <a:t>                         ↓</a:t>
            </a:r>
          </a:p>
          <a:p xmlns:a="http://schemas.openxmlformats.org/drawingml/2006/main">
            <a:pPr>
              <a:lnSpc>
                <a:spcPct val="115000"/>
              </a:lnSpc>
              <a:spcBef>
                <a:spcPts val="0"/>
              </a:spcBef>
              <a:spcAft>
                <a:spcPts val="0"/>
              </a:spcAft>
              <a:buNone/>
            </a:pPr>
            <a:r>
              <a:rPr sz="1700">
                <a:solidFill>
                  <a:srgbClr val="202729"/>
                </a:solidFill>
                <a:latin typeface="Manrope"/>
                <a:ea typeface="Manrope"/>
                <a:cs typeface="Manrope"/>
              </a:rPr>
              <a:t>Python evidence + deterministic policy engine + approval gates</a:t>
            </a:r>
          </a:p>
          <a:p xmlns:a="http://schemas.openxmlformats.org/drawingml/2006/main">
            <a:pPr>
              <a:lnSpc>
                <a:spcPct val="115000"/>
              </a:lnSpc>
              <a:spcBef>
                <a:spcPts val="0"/>
              </a:spcBef>
              <a:spcAft>
                <a:spcPts val="0"/>
              </a:spcAft>
              <a:buNone/>
            </a:pPr>
            <a:r>
              <a:rPr sz="1700">
                <a:solidFill>
                  <a:srgbClr val="202729"/>
                </a:solidFill>
                <a:latin typeface="Manrope"/>
                <a:ea typeface="Manrope"/>
                <a:cs typeface="Manrope"/>
              </a:rPr>
              <a:t>                         ↓</a:t>
            </a:r>
          </a:p>
          <a:p xmlns:a="http://schemas.openxmlformats.org/drawingml/2006/main">
            <a:pPr>
              <a:lnSpc>
                <a:spcPct val="115000"/>
              </a:lnSpc>
              <a:spcBef>
                <a:spcPts val="0"/>
              </a:spcBef>
              <a:spcAft>
                <a:spcPts val="0"/>
              </a:spcAft>
              <a:buNone/>
            </a:pPr>
            <a:r>
              <a:rPr sz="1700">
                <a:solidFill>
                  <a:srgbClr val="202729"/>
                </a:solidFill>
                <a:latin typeface="Manrope"/>
                <a:ea typeface="Manrope"/>
                <a:cs typeface="Manrope"/>
              </a:rPr>
              <a:t>Streamlit: Customer 360  →  Review queue  →  Conversation</a:t>
            </a:r>
          </a:p>
          <a:p xmlns:a="http://schemas.openxmlformats.org/drawingml/2006/main">
            <a:pPr>
              <a:lnSpc>
                <a:spcPct val="115000"/>
              </a:lnSpc>
              <a:spcBef>
                <a:spcPts val="16"/>
              </a:spcBef>
              <a:spcAft>
                <a:spcPts val="0"/>
              </a:spcAft>
              <a:buNone/>
            </a:pPr>
            <a:r>
              <a:rPr sz="1700" b="1">
                <a:solidFill>
                  <a:srgbClr val="202729"/>
                </a:solidFill>
                <a:latin typeface="Manrope"/>
                <a:ea typeface="Manrope"/>
                <a:cs typeface="Manrope"/>
              </a:rPr>
              <a:t>Private operational path: FastAPI + persistent SQLite</a:t>
            </a:r>
          </a:p>
          <a:p xmlns:a="http://schemas.openxmlformats.org/drawingml/2006/main">
            <a:pPr>
              <a:lnSpc>
                <a:spcPct val="115000"/>
              </a:lnSpc>
              <a:spcBef>
                <a:spcPts val="0"/>
              </a:spcBef>
              <a:spcAft>
                <a:spcPts val="0"/>
              </a:spcAft>
              <a:buNone/>
            </a:pPr>
            <a:r>
              <a:rPr sz="1700">
                <a:solidFill>
                  <a:srgbClr val="202729"/>
                </a:solidFill>
                <a:latin typeface="Manrope"/>
                <a:ea typeface="Manrope"/>
                <a:cs typeface="Manrope"/>
              </a:rPr>
              <a:t>Reviewed intake / versioned imports / servicing / audit records</a:t>
            </a:r>
          </a:p>
          <a:p xmlns:a="http://schemas.openxmlformats.org/drawingml/2006/main">
            <a:pPr>
              <a:lnSpc>
                <a:spcPct val="115000"/>
              </a:lnSpc>
              <a:spcBef>
                <a:spcPts val="16"/>
              </a:spcBef>
              <a:spcAft>
                <a:spcPts val="0"/>
              </a:spcAft>
              <a:buNone/>
            </a:pPr>
            <a:r>
              <a:rPr sz="1700" b="1">
                <a:solidFill>
                  <a:srgbClr val="202729"/>
                </a:solidFill>
                <a:latin typeface="Manrope"/>
                <a:ea typeface="Manrope"/>
                <a:cs typeface="Manrope"/>
              </a:rPr>
              <a:t>CoCo skills: evidence  →  generate  →  approved runner</a:t>
            </a:r>
          </a:p>
          <a:p xmlns:a="http://schemas.openxmlformats.org/drawingml/2006/main">
            <a:pPr>
              <a:lnSpc>
                <a:spcPct val="115000"/>
              </a:lnSpc>
              <a:spcBef>
                <a:spcPts val="0"/>
              </a:spcBef>
              <a:spcAft>
                <a:spcPts val="0"/>
              </a:spcAft>
              <a:buNone/>
            </a:pPr>
            <a:r>
              <a:rPr sz="1700">
                <a:solidFill>
                  <a:srgbClr val="202729"/>
                </a:solidFill>
                <a:latin typeface="Manrope"/>
                <a:ea typeface="Manrope"/>
                <a:cs typeface="Manrope"/>
              </a:rPr>
              <a:t>Local CLI + isolated data; native execution proof is pending.</a:t>
            </a:r>
          </a:p>
          <a:p xmlns:a="http://schemas.openxmlformats.org/drawingml/2006/main">
            <a:pPr>
              <a:lnSpc>
                <a:spcPct val="115000"/>
              </a:lnSpc>
              <a:spcBef>
                <a:spcPts val="0"/>
              </a:spcBef>
              <a:spcAft>
                <a:spcPts val="0"/>
              </a:spcAft>
              <a:buNone/>
            </a:pPr>
            <a:r>
              <a:rPr sz="1700">
                <a:solidFill>
                  <a:srgbClr val="202729"/>
                </a:solidFill>
                <a:latin typeface="Manrope"/>
                <a:ea typeface="Manrope"/>
                <a:cs typeface="Manrope"/>
              </a:rPr>
              <a:t>Public changes stay visit-only. Private Snowflake sync is pending.</a:t>
            </a:r>
          </a:p>
        </p:txBody>
      </p:sp>
    </p:spTree>
    <p:extLst>
      <p:ext uri="{BB962C8B-B14F-4D97-AF65-F5344CB8AC3E}">
        <p14:creationId xmlns:p14="http://schemas.microsoft.com/office/powerpoint/2010/main" val="102590905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66" name="Google Shape;63;p14"/>
          <p:cNvPicPr>
            <a:picLocks xmlns:a="http://schemas.openxmlformats.org/drawingml/2006/main" noChangeAspect="1"/>
          </p:cNvPicPr>
          <p:nvPr/>
        </p:nvPicPr>
        <p:blipFill rotWithShape="1">
          <a:blip xmlns:r="http://schemas.openxmlformats.org/officeDocument/2006/relationships" xmlns:a="http://schemas.openxmlformats.org/drawingml/2006/main" r:embed="R8ad5997e0a9a491b">
            <a:alphaModFix/>
          </a:blip>
          <a:srcRect xmlns:a="http://schemas.openxmlformats.org/drawingml/2006/main" l="0" t="0" r="0" b="0"/>
          <a:stretch xmlns:a="http://schemas.openxmlformats.org/drawingml/2006/main"/>
        </p:blipFill>
        <p:spPr>
          <a:xfrm xmlns:a="http://schemas.openxmlformats.org/drawingml/2006/main">
            <a:off x="0" y="0"/>
            <a:ext cx="9144018" cy="5143501"/>
          </a:xfrm>
          <a:prstGeom xmlns:a="http://schemas.openxmlformats.org/drawingml/2006/main" prst="rect">
            <a:avLst/>
          </a:prstGeom>
          <a:ln xmlns:a="http://schemas.openxmlformats.org/drawingml/2006/main">
            <a:noFill/>
          </a:ln>
        </p:spPr>
      </p:pic>
      <p:sp>
        <p:nvSpPr>
          <p:cNvPr id="64" name="Google Shape;64;p14">
            <a:extLst xmlns:a="http://schemas.openxmlformats.org/drawingml/2006/main">
              <a:ext uri="{FF2B5EF4-FFF2-40B4-BE49-F238E27FC236}">
                <a16:creationId xmlns:a16="http://schemas.microsoft.com/office/drawing/2014/main" id="{7DBB8532-4C72-4A18-AC8D-0DD1B1279F1F}"/>
              </a:ext>
            </a:extLst>
          </p:cNvPr>
          <p:cNvSpPr>
            <a:spLocks xmlns:a="http://schemas.openxmlformats.org/drawingml/2006/main" noGrp="1"/>
          </p:cNvSpPr>
          <p:nvPr/>
        </p:nvSpPr>
        <p:spPr>
          <a:xfrm xmlns:a="http://schemas.openxmlformats.org/drawingml/2006/main">
            <a:off x="329100" y="600420"/>
            <a:ext cx="8485800" cy="4296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fontScale="100000" lnSpcReduction="20000"/>
          </a:bodyPr>
          <a:lstStyle xmlns:a="http://schemas.openxmlformats.org/drawingml/2006/main"/>
          <a:p xmlns:a="http://schemas.openxmlformats.org/drawingml/2006/main">
            <a:pPr>
              <a:lnSpc>
                <a:spcPct val="115000"/>
              </a:lnSpc>
              <a:spcBef>
                <a:spcPts val="0"/>
              </a:spcBef>
              <a:spcAft>
                <a:spcPts val="0"/>
              </a:spcAft>
              <a:buNone/>
            </a:pPr>
            <a:r>
              <a:rPr sz="1700" b="1">
                <a:solidFill>
                  <a:srgbClr val="202729"/>
                </a:solidFill>
                <a:latin typeface="Manrope"/>
                <a:ea typeface="Manrope"/>
                <a:cs typeface="Manrope"/>
              </a:rPr>
              <a:t>Samvaad360 | Impact Statement</a:t>
            </a:r>
          </a:p>
          <a:p xmlns:a="http://schemas.openxmlformats.org/drawingml/2006/main">
            <a:pPr>
              <a:lnSpc>
                <a:spcPct val="115000"/>
              </a:lnSpc>
              <a:spcBef>
                <a:spcPts val="0"/>
              </a:spcBef>
              <a:spcAft>
                <a:spcPts val="0"/>
              </a:spcAft>
              <a:buNone/>
            </a:pPr>
            <a:r>
              <a:rPr sz="1442" b="1" i="1">
                <a:solidFill>
                  <a:srgbClr val="202729"/>
                </a:solidFill>
                <a:latin typeface="Manrope"/>
                <a:ea typeface="Manrope"/>
                <a:cs typeface="Manrope"/>
              </a:rPr>
              <a:t>Measured prototype verification; business uplift not yet measured</a:t>
            </a:r>
          </a:p>
          <a:p xmlns:a="http://schemas.openxmlformats.org/drawingml/2006/main">
            <a:pPr>
              <a:lnSpc>
                <a:spcPct val="115000"/>
              </a:lnSpc>
              <a:spcBef>
                <a:spcPts val="16"/>
              </a:spcBef>
              <a:spcAft>
                <a:spcPts val="0"/>
              </a:spcAft>
              <a:buNone/>
            </a:pPr>
            <a:r>
              <a:rPr sz="1700" b="1">
                <a:solidFill>
                  <a:srgbClr val="202729"/>
                </a:solidFill>
                <a:latin typeface="Manrope"/>
                <a:ea typeface="Manrope"/>
                <a:cs typeface="Manrope"/>
              </a:rPr>
              <a:t>Verified today</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557 CI tests; 20 hosted browser checks; 6 private portal checks.</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20 fictional customers; six public workspaces; Snowflake reader.</a:t>
            </a:r>
          </a:p>
          <a:p xmlns:a="http://schemas.openxmlformats.org/drawingml/2006/main">
            <a:pPr>
              <a:lnSpc>
                <a:spcPct val="115000"/>
              </a:lnSpc>
              <a:spcBef>
                <a:spcPts val="16"/>
              </a:spcBef>
              <a:spcAft>
                <a:spcPts val="0"/>
              </a:spcAft>
              <a:buNone/>
            </a:pPr>
            <a:r>
              <a:rPr sz="1700" b="1">
                <a:solidFill>
                  <a:srgbClr val="202729"/>
                </a:solidFill>
                <a:latin typeface="Manrope"/>
                <a:ea typeface="Manrope"/>
                <a:cs typeface="Manrope"/>
              </a:rPr>
              <a:t>Observable workflow outcome</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A new hardship reply removes an eligible growth proposal.</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The journey, evidence and officer handoff remain explainable.</a:t>
            </a:r>
          </a:p>
          <a:p xmlns:a="http://schemas.openxmlformats.org/drawingml/2006/main">
            <a:pPr>
              <a:lnSpc>
                <a:spcPct val="115000"/>
              </a:lnSpc>
              <a:spcBef>
                <a:spcPts val="16"/>
              </a:spcBef>
              <a:spcAft>
                <a:spcPts val="0"/>
              </a:spcAft>
              <a:buNone/>
            </a:pPr>
            <a:r>
              <a:rPr sz="1700" b="1">
                <a:solidFill>
                  <a:srgbClr val="202729"/>
                </a:solidFill>
                <a:latin typeface="Manrope"/>
                <a:ea typeface="Manrope"/>
                <a:cs typeface="Manrope"/>
              </a:rPr>
              <a:t>Scalability and use beyond the demo</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Shared snapshots and query reservations bound app query usage.</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Reviewed source imports and outbox projection support integration.</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Next: managed database, SSO, private sync and carrier validation.</a:t>
            </a:r>
          </a:p>
          <a:p xmlns:a="http://schemas.openxmlformats.org/drawingml/2006/main">
            <a:pPr>
              <a:lnSpc>
                <a:spcPct val="115000"/>
              </a:lnSpc>
              <a:spcBef>
                <a:spcPts val="0"/>
              </a:spcBef>
              <a:spcAft>
                <a:spcPts val="0"/>
              </a:spcAft>
              <a:buNone/>
            </a:pPr>
            <a:r>
              <a:rPr sz="1700">
                <a:solidFill>
                  <a:srgbClr val="202729"/>
                </a:solidFill>
                <a:latin typeface="Manrope"/>
                <a:ea typeface="Manrope"/>
                <a:cs typeface="Manrope"/>
              </a:rPr>
              <a:t>No proven ROI, churn reduction or production readiness claimed.</a:t>
            </a:r>
          </a:p>
        </p:txBody>
      </p:sp>
    </p:spTree>
    <p:extLst>
      <p:ext uri="{BB962C8B-B14F-4D97-AF65-F5344CB8AC3E}">
        <p14:creationId xmlns:p14="http://schemas.microsoft.com/office/powerpoint/2010/main" val="102590905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66" name="Google Shape;63;p14"/>
          <p:cNvPicPr>
            <a:picLocks xmlns:a="http://schemas.openxmlformats.org/drawingml/2006/main" noChangeAspect="1"/>
          </p:cNvPicPr>
          <p:nvPr/>
        </p:nvPicPr>
        <p:blipFill rotWithShape="1">
          <a:blip xmlns:r="http://schemas.openxmlformats.org/officeDocument/2006/relationships" xmlns:a="http://schemas.openxmlformats.org/drawingml/2006/main" r:embed="R15325b5b355b4601">
            <a:alphaModFix/>
          </a:blip>
          <a:srcRect xmlns:a="http://schemas.openxmlformats.org/drawingml/2006/main" l="0" t="0" r="0" b="0"/>
          <a:stretch xmlns:a="http://schemas.openxmlformats.org/drawingml/2006/main"/>
        </p:blipFill>
        <p:spPr>
          <a:xfrm xmlns:a="http://schemas.openxmlformats.org/drawingml/2006/main">
            <a:off x="0" y="0"/>
            <a:ext cx="9144018" cy="5143501"/>
          </a:xfrm>
          <a:prstGeom xmlns:a="http://schemas.openxmlformats.org/drawingml/2006/main" prst="rect">
            <a:avLst/>
          </a:prstGeom>
          <a:ln xmlns:a="http://schemas.openxmlformats.org/drawingml/2006/main">
            <a:noFill/>
          </a:ln>
        </p:spPr>
      </p:pic>
      <p:sp>
        <p:nvSpPr>
          <p:cNvPr id="64" name="Google Shape;64;p14">
            <a:extLst xmlns:a="http://schemas.openxmlformats.org/drawingml/2006/main">
              <a:ext uri="{FF2B5EF4-FFF2-40B4-BE49-F238E27FC236}">
                <a16:creationId xmlns:a16="http://schemas.microsoft.com/office/drawing/2014/main" id="{7DBB8532-4C72-4A18-AC8D-0DD1B1279F1F}"/>
              </a:ext>
            </a:extLst>
          </p:cNvPr>
          <p:cNvSpPr>
            <a:spLocks xmlns:a="http://schemas.openxmlformats.org/drawingml/2006/main" noGrp="1"/>
          </p:cNvSpPr>
          <p:nvPr/>
        </p:nvSpPr>
        <p:spPr>
          <a:xfrm xmlns:a="http://schemas.openxmlformats.org/drawingml/2006/main">
            <a:off x="329100" y="600420"/>
            <a:ext cx="8485800" cy="4296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fontScale="100000" lnSpcReduction="20000"/>
          </a:bodyPr>
          <a:lstStyle xmlns:a="http://schemas.openxmlformats.org/drawingml/2006/main"/>
          <a:p xmlns:a="http://schemas.openxmlformats.org/drawingml/2006/main">
            <a:pPr>
              <a:lnSpc>
                <a:spcPct val="115000"/>
              </a:lnSpc>
              <a:spcBef>
                <a:spcPts val="0"/>
              </a:spcBef>
              <a:spcAft>
                <a:spcPts val="0"/>
              </a:spcAft>
              <a:buNone/>
            </a:pPr>
            <a:r>
              <a:rPr sz="1700" b="1">
                <a:solidFill>
                  <a:srgbClr val="202729"/>
                </a:solidFill>
                <a:latin typeface="Manrope"/>
                <a:ea typeface="Manrope"/>
                <a:cs typeface="Manrope"/>
              </a:rPr>
              <a:t>Samvaad360 | Demonstration and Public Links</a:t>
            </a:r>
          </a:p>
          <a:p xmlns:a="http://schemas.openxmlformats.org/drawingml/2006/main">
            <a:pPr>
              <a:lnSpc>
                <a:spcPct val="115000"/>
              </a:lnSpc>
              <a:spcBef>
                <a:spcPts val="0"/>
              </a:spcBef>
              <a:spcAft>
                <a:spcPts val="0"/>
              </a:spcAft>
              <a:buNone/>
            </a:pPr>
            <a:r>
              <a:rPr sz="1442" b="1" i="1">
                <a:solidFill>
                  <a:srgbClr val="202729"/>
                </a:solidFill>
                <a:latin typeface="Manrope"/>
                <a:ea typeface="Manrope"/>
                <a:cs typeface="Manrope"/>
              </a:rPr>
              <a:t>Glacier Queries | Arunvpp | Fictional customer journey</a:t>
            </a:r>
          </a:p>
          <a:p xmlns:a="http://schemas.openxmlformats.org/drawingml/2006/main">
            <a:pPr>
              <a:lnSpc>
                <a:spcPct val="115000"/>
              </a:lnSpc>
              <a:spcBef>
                <a:spcPts val="16"/>
              </a:spcBef>
              <a:spcAft>
                <a:spcPts val="0"/>
              </a:spcAft>
              <a:buNone/>
            </a:pPr>
            <a:r>
              <a:rPr sz="1700" b="1">
                <a:solidFill>
                  <a:srgbClr val="202729"/>
                </a:solidFill>
                <a:latin typeface="Manrope"/>
                <a:ea typeface="Manrope"/>
                <a:cs typeface="Manrope"/>
              </a:rPr>
              <a:t>Try the working journey</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Customer 360: Kabir Bose → compare a job loss → cited action.</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Imran Shaikh → demo review → conversation → hardship reply.</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Show growth stopping, human handoff and revised evidence.</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Customer hub: onboarding, source preview/import and servicing.</a:t>
            </a:r>
          </a:p>
          <a:p xmlns:a="http://schemas.openxmlformats.org/drawingml/2006/main">
            <a:pPr>
              <a:lnSpc>
                <a:spcPct val="115000"/>
              </a:lnSpc>
              <a:spcBef>
                <a:spcPts val="16"/>
              </a:spcBef>
              <a:spcAft>
                <a:spcPts val="0"/>
              </a:spcAft>
              <a:buNone/>
            </a:pPr>
            <a:r>
              <a:rPr sz="1700" b="1">
                <a:solidFill>
                  <a:srgbClr val="202729"/>
                </a:solidFill>
                <a:latin typeface="Manrope"/>
                <a:ea typeface="Manrope"/>
                <a:cs typeface="Manrope"/>
              </a:rPr>
              <a:t>Deployed prototype</a:t>
            </a:r>
          </a:p>
          <a:p xmlns:a="http://schemas.openxmlformats.org/drawingml/2006/main">
            <a:pPr>
              <a:lnSpc>
                <a:spcPct val="115000"/>
              </a:lnSpc>
              <a:spcBef>
                <a:spcPts val="0"/>
              </a:spcBef>
              <a:spcAft>
                <a:spcPts val="0"/>
              </a:spcAft>
              <a:buNone/>
            </a:pPr>
            <a:r>
              <a:rPr sz="1700" u="sng">
                <a:solidFill>
                  <a:srgbClr val="202729"/>
                </a:solidFill>
                <a:latin typeface="Manrope"/>
                <a:ea typeface="Manrope"/>
                <a:cs typeface="Manrope"/>
                <a:hlinkClick xmlns:r="http://schemas.openxmlformats.org/officeDocument/2006/relationships" r:id="Re52134c40a9f487e"/>
              </a:rPr>
              <a:t>https://samvaad360.streamlit.app/</a:t>
            </a:r>
          </a:p>
          <a:p xmlns:a="http://schemas.openxmlformats.org/drawingml/2006/main">
            <a:pPr>
              <a:lnSpc>
                <a:spcPct val="115000"/>
              </a:lnSpc>
              <a:spcBef>
                <a:spcPts val="16"/>
              </a:spcBef>
              <a:spcAft>
                <a:spcPts val="0"/>
              </a:spcAft>
              <a:buNone/>
            </a:pPr>
            <a:r>
              <a:rPr sz="1700" b="1">
                <a:solidFill>
                  <a:srgbClr val="202729"/>
                </a:solidFill>
                <a:latin typeface="Manrope"/>
                <a:ea typeface="Manrope"/>
                <a:cs typeface="Manrope"/>
              </a:rPr>
              <a:t>Public source, checks and modular CoCo skills</a:t>
            </a:r>
          </a:p>
          <a:p xmlns:a="http://schemas.openxmlformats.org/drawingml/2006/main">
            <a:pPr>
              <a:lnSpc>
                <a:spcPct val="115000"/>
              </a:lnSpc>
              <a:spcBef>
                <a:spcPts val="0"/>
              </a:spcBef>
              <a:spcAft>
                <a:spcPts val="0"/>
              </a:spcAft>
              <a:buNone/>
            </a:pPr>
            <a:r>
              <a:rPr sz="1700" u="sng">
                <a:solidFill>
                  <a:srgbClr val="202729"/>
                </a:solidFill>
                <a:latin typeface="Manrope"/>
                <a:ea typeface="Manrope"/>
                <a:cs typeface="Manrope"/>
                <a:hlinkClick xmlns:r="http://schemas.openxmlformats.org/officeDocument/2006/relationships" r:id="R87a3ad8f24e943d6"/>
              </a:rPr>
              <a:t>https://github.com/Cherie05/samvaad360</a:t>
            </a:r>
          </a:p>
          <a:p xmlns:a="http://schemas.openxmlformats.org/drawingml/2006/main">
            <a:pPr>
              <a:lnSpc>
                <a:spcPct val="115000"/>
              </a:lnSpc>
              <a:spcBef>
                <a:spcPts val="0"/>
              </a:spcBef>
              <a:spcAft>
                <a:spcPts val="0"/>
              </a:spcAft>
              <a:buNone/>
            </a:pPr>
            <a:r>
              <a:rPr sz="1700">
                <a:solidFill>
                  <a:srgbClr val="202729"/>
                </a:solidFill>
                <a:latin typeface="Manrope"/>
                <a:ea typeface="Manrope"/>
                <a:cs typeface="Manrope"/>
              </a:rPr>
              <a:t>Public reviews/conversations are simulations; real calls disabled.</a:t>
            </a:r>
          </a:p>
          <a:p xmlns:a="http://schemas.openxmlformats.org/drawingml/2006/main">
            <a:pPr>
              <a:lnSpc>
                <a:spcPct val="115000"/>
              </a:lnSpc>
              <a:spcBef>
                <a:spcPts val="0"/>
              </a:spcBef>
              <a:spcAft>
                <a:spcPts val="0"/>
              </a:spcAft>
              <a:buNone/>
            </a:pPr>
            <a:r>
              <a:rPr sz="1700">
                <a:solidFill>
                  <a:srgbClr val="202729"/>
                </a:solidFill>
                <a:latin typeface="Manrope"/>
                <a:ea typeface="Manrope"/>
                <a:cs typeface="Manrope"/>
              </a:rPr>
              <a:t>A separate actual CoCo CLI screen recording remains required.</a:t>
            </a:r>
          </a:p>
        </p:txBody>
      </p:sp>
    </p:spTree>
    <p:extLst>
      <p:ext uri="{BB962C8B-B14F-4D97-AF65-F5344CB8AC3E}">
        <p14:creationId xmlns:p14="http://schemas.microsoft.com/office/powerpoint/2010/main" val="102590905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 name="Google Shape;85;p18"/>
          <p:cNvPicPr>
            <a:picLocks xmlns:a="http://schemas.openxmlformats.org/drawingml/2006/main" noChangeAspect="1"/>
          </p:cNvPicPr>
          <p:nvPr/>
        </p:nvPicPr>
        <p:blipFill rotWithShape="1">
          <a:blip xmlns:r="http://schemas.openxmlformats.org/officeDocument/2006/relationships" xmlns:a="http://schemas.openxmlformats.org/drawingml/2006/main" r:embed="Rbacd5e9c712f4a81">
            <a:alphaModFix/>
          </a:blip>
          <a:srcRect xmlns:a="http://schemas.openxmlformats.org/drawingml/2006/main" l="0" t="0" r="0" b="0"/>
          <a:stretch xmlns:a="http://schemas.openxmlformats.org/drawingml/2006/main"/>
        </p:blipFill>
        <p:spPr>
          <a:xfrm xmlns:a="http://schemas.openxmlformats.org/drawingml/2006/main">
            <a:off x="0" y="0"/>
            <a:ext cx="9144018" cy="5143501"/>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491542613"/>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2026-10-06T16:10:19.9280000Z</dcterms:created>
  <dcterms:modified xsi:type="dcterms:W3CDTF">2026-10-06T16:10:19.9280000Z</dcterms:modified>
</coreProperties>
</file>